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61" r:id="rId5"/>
    <p:sldId id="259" r:id="rId6"/>
    <p:sldId id="262" r:id="rId7"/>
    <p:sldId id="263" r:id="rId8"/>
    <p:sldId id="264" r:id="rId9"/>
    <p:sldId id="266" r:id="rId10"/>
    <p:sldId id="265" r:id="rId11"/>
    <p:sldId id="267" r:id="rId12"/>
    <p:sldId id="268" r:id="rId13"/>
    <p:sldId id="269" r:id="rId14"/>
    <p:sldId id="270" r:id="rId15"/>
    <p:sldId id="273" r:id="rId16"/>
    <p:sldId id="275" r:id="rId17"/>
    <p:sldId id="274" r:id="rId18"/>
    <p:sldId id="276" r:id="rId19"/>
    <p:sldId id="272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D7C8"/>
    <a:srgbClr val="2E5A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08" dt="2026-09-23T19:24:33.885"/>
    <p1510:client id="{97FEA386-55D6-5021-3F96-027C2B01E02E}" v="7" dt="2026-09-23T22:18:37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N LAMARTINE LOPES IANNACCONI" userId="1d7019b7-a4bd-42c8-aeb6-d5fd42ca0fde" providerId="ADAL" clId="{B994F2E8-64A6-4099-A2D8-18F94C83DAA6}"/>
    <pc:docChg chg="undo custSel modSld">
      <pc:chgData name="IAN LAMARTINE LOPES IANNACCONI" userId="1d7019b7-a4bd-42c8-aeb6-d5fd42ca0fde" providerId="ADAL" clId="{B994F2E8-64A6-4099-A2D8-18F94C83DAA6}" dt="2026-09-23T21:25:07.701" v="27" actId="1076"/>
      <pc:docMkLst>
        <pc:docMk/>
      </pc:docMkLst>
      <pc:sldChg chg="addSp modSp mod">
        <pc:chgData name="IAN LAMARTINE LOPES IANNACCONI" userId="1d7019b7-a4bd-42c8-aeb6-d5fd42ca0fde" providerId="ADAL" clId="{B994F2E8-64A6-4099-A2D8-18F94C83DAA6}" dt="2026-09-23T21:15:11.153" v="2" actId="1076"/>
        <pc:sldMkLst>
          <pc:docMk/>
          <pc:sldMk cId="2161799226" sldId="261"/>
        </pc:sldMkLst>
        <pc:spChg chg="add">
          <ac:chgData name="IAN LAMARTINE LOPES IANNACCONI" userId="1d7019b7-a4bd-42c8-aeb6-d5fd42ca0fde" providerId="ADAL" clId="{B994F2E8-64A6-4099-A2D8-18F94C83DAA6}" dt="2026-09-23T21:15:08.068" v="0"/>
          <ac:spMkLst>
            <pc:docMk/>
            <pc:sldMk cId="2161799226" sldId="261"/>
            <ac:spMk id="5" creationId="{C75176C8-6DB3-3C18-DDF4-5D7912543C3D}"/>
          </ac:spMkLst>
        </pc:spChg>
        <pc:picChg chg="mod">
          <ac:chgData name="IAN LAMARTINE LOPES IANNACCONI" userId="1d7019b7-a4bd-42c8-aeb6-d5fd42ca0fde" providerId="ADAL" clId="{B994F2E8-64A6-4099-A2D8-18F94C83DAA6}" dt="2026-09-23T21:15:11.153" v="2" actId="1076"/>
          <ac:picMkLst>
            <pc:docMk/>
            <pc:sldMk cId="2161799226" sldId="261"/>
            <ac:picMk id="3" creationId="{C9901BC7-429C-67F7-C749-FCFE20F8B0E8}"/>
          </ac:picMkLst>
        </pc:picChg>
      </pc:sldChg>
      <pc:sldChg chg="addSp delSp modSp mod">
        <pc:chgData name="IAN LAMARTINE LOPES IANNACCONI" userId="1d7019b7-a4bd-42c8-aeb6-d5fd42ca0fde" providerId="ADAL" clId="{B994F2E8-64A6-4099-A2D8-18F94C83DAA6}" dt="2026-09-23T21:25:07.701" v="27" actId="1076"/>
        <pc:sldMkLst>
          <pc:docMk/>
          <pc:sldMk cId="706306709" sldId="273"/>
        </pc:sldMkLst>
        <pc:picChg chg="add del">
          <ac:chgData name="IAN LAMARTINE LOPES IANNACCONI" userId="1d7019b7-a4bd-42c8-aeb6-d5fd42ca0fde" providerId="ADAL" clId="{B994F2E8-64A6-4099-A2D8-18F94C83DAA6}" dt="2026-09-23T21:25:03.431" v="19" actId="21"/>
          <ac:picMkLst>
            <pc:docMk/>
            <pc:sldMk cId="706306709" sldId="273"/>
            <ac:picMk id="5" creationId="{0669A782-3AAB-ED57-92A4-DB625624A6B9}"/>
          </ac:picMkLst>
        </pc:picChg>
        <pc:picChg chg="add mod">
          <ac:chgData name="IAN LAMARTINE LOPES IANNACCONI" userId="1d7019b7-a4bd-42c8-aeb6-d5fd42ca0fde" providerId="ADAL" clId="{B994F2E8-64A6-4099-A2D8-18F94C83DAA6}" dt="2026-09-23T21:25:07.701" v="27" actId="1076"/>
          <ac:picMkLst>
            <pc:docMk/>
            <pc:sldMk cId="706306709" sldId="273"/>
            <ac:picMk id="6" creationId="{FB434898-265C-1676-1369-68B2FC1B06DB}"/>
          </ac:picMkLst>
        </pc:picChg>
      </pc:sldChg>
    </pc:docChg>
  </pc:docChgLst>
  <pc:docChgLst>
    <pc:chgData name="IAN LAMARTINE LOPES IANNACCONI" userId="S::ian.iannacconi@aluno.senac.rio::1d7019b7-a4bd-42c8-aeb6-d5fd42ca0fde" providerId="AD" clId="Web-{7DDC01E9-CFBE-BD35-5B5B-BD52BD4AB135}"/>
    <pc:docChg chg="addSld delSld modSld">
      <pc:chgData name="IAN LAMARTINE LOPES IANNACCONI" userId="S::ian.iannacconi@aluno.senac.rio::1d7019b7-a4bd-42c8-aeb6-d5fd42ca0fde" providerId="AD" clId="Web-{7DDC01E9-CFBE-BD35-5B5B-BD52BD4AB135}" dt="2026-09-22T00:36:48.092" v="142"/>
      <pc:docMkLst>
        <pc:docMk/>
      </pc:docMkLst>
      <pc:sldChg chg="addSp delSp modSp modTransition">
        <pc:chgData name="IAN LAMARTINE LOPES IANNACCONI" userId="S::ian.iannacconi@aluno.senac.rio::1d7019b7-a4bd-42c8-aeb6-d5fd42ca0fde" providerId="AD" clId="Web-{7DDC01E9-CFBE-BD35-5B5B-BD52BD4AB135}" dt="2026-09-22T00:24:12.193" v="105" actId="1076"/>
        <pc:sldMkLst>
          <pc:docMk/>
          <pc:sldMk cId="631014591" sldId="258"/>
        </pc:sldMkLst>
        <pc:spChg chg="mod">
          <ac:chgData name="IAN LAMARTINE LOPES IANNACCONI" userId="S::ian.iannacconi@aluno.senac.rio::1d7019b7-a4bd-42c8-aeb6-d5fd42ca0fde" providerId="AD" clId="Web-{7DDC01E9-CFBE-BD35-5B5B-BD52BD4AB135}" dt="2026-09-22T00:22:18.377" v="98" actId="1076"/>
          <ac:spMkLst>
            <pc:docMk/>
            <pc:sldMk cId="631014591" sldId="258"/>
            <ac:spMk id="2" creationId="{5D62F263-F46C-A724-CE60-9FDD73868660}"/>
          </ac:spMkLst>
        </pc:spChg>
        <pc:picChg chg="add del">
          <ac:chgData name="IAN LAMARTINE LOPES IANNACCONI" userId="S::ian.iannacconi@aluno.senac.rio::1d7019b7-a4bd-42c8-aeb6-d5fd42ca0fde" providerId="AD" clId="Web-{7DDC01E9-CFBE-BD35-5B5B-BD52BD4AB135}" dt="2026-09-22T00:23:00.113" v="102"/>
          <ac:picMkLst>
            <pc:docMk/>
            <pc:sldMk cId="631014591" sldId="258"/>
            <ac:picMk id="5" creationId="{D3EFE614-ACBB-B078-0D68-979492629142}"/>
          </ac:picMkLst>
        </pc:picChg>
        <pc:picChg chg="mod">
          <ac:chgData name="IAN LAMARTINE LOPES IANNACCONI" userId="S::ian.iannacconi@aluno.senac.rio::1d7019b7-a4bd-42c8-aeb6-d5fd42ca0fde" providerId="AD" clId="Web-{7DDC01E9-CFBE-BD35-5B5B-BD52BD4AB135}" dt="2026-09-22T00:24:12.193" v="105" actId="1076"/>
          <ac:picMkLst>
            <pc:docMk/>
            <pc:sldMk cId="631014591" sldId="258"/>
            <ac:picMk id="10" creationId="{AA8210BC-30E3-A0DE-6EAB-12078D72E3F2}"/>
          </ac:picMkLst>
        </pc:picChg>
      </pc:sldChg>
      <pc:sldChg chg="modTransition">
        <pc:chgData name="IAN LAMARTINE LOPES IANNACCONI" userId="S::ian.iannacconi@aluno.senac.rio::1d7019b7-a4bd-42c8-aeb6-d5fd42ca0fde" providerId="AD" clId="Web-{7DDC01E9-CFBE-BD35-5B5B-BD52BD4AB135}" dt="2026-09-22T00:25:44.805" v="107"/>
        <pc:sldMkLst>
          <pc:docMk/>
          <pc:sldMk cId="2558461549" sldId="259"/>
        </pc:sldMkLst>
      </pc:sldChg>
      <pc:sldChg chg="modSp">
        <pc:chgData name="IAN LAMARTINE LOPES IANNACCONI" userId="S::ian.iannacconi@aluno.senac.rio::1d7019b7-a4bd-42c8-aeb6-d5fd42ca0fde" providerId="AD" clId="Web-{7DDC01E9-CFBE-BD35-5B5B-BD52BD4AB135}" dt="2026-09-22T00:13:58.111" v="63" actId="1076"/>
        <pc:sldMkLst>
          <pc:docMk/>
          <pc:sldMk cId="2727116036" sldId="260"/>
        </pc:sldMkLst>
        <pc:picChg chg="mod">
          <ac:chgData name="IAN LAMARTINE LOPES IANNACCONI" userId="S::ian.iannacconi@aluno.senac.rio::1d7019b7-a4bd-42c8-aeb6-d5fd42ca0fde" providerId="AD" clId="Web-{7DDC01E9-CFBE-BD35-5B5B-BD52BD4AB135}" dt="2026-09-22T00:13:58.111" v="63" actId="1076"/>
          <ac:picMkLst>
            <pc:docMk/>
            <pc:sldMk cId="2727116036" sldId="260"/>
            <ac:picMk id="4" creationId="{D0D252BC-4461-FB92-1EA9-E23F6C5FE84E}"/>
          </ac:picMkLst>
        </pc:picChg>
      </pc:sldChg>
      <pc:sldChg chg="addSp delSp modSp modTransition">
        <pc:chgData name="IAN LAMARTINE LOPES IANNACCONI" userId="S::ian.iannacconi@aluno.senac.rio::1d7019b7-a4bd-42c8-aeb6-d5fd42ca0fde" providerId="AD" clId="Web-{7DDC01E9-CFBE-BD35-5B5B-BD52BD4AB135}" dt="2026-09-22T00:32:57.632" v="141"/>
        <pc:sldMkLst>
          <pc:docMk/>
          <pc:sldMk cId="2161799226" sldId="261"/>
        </pc:sldMkLst>
        <pc:picChg chg="add mod">
          <ac:chgData name="IAN LAMARTINE LOPES IANNACCONI" userId="S::ian.iannacconi@aluno.senac.rio::1d7019b7-a4bd-42c8-aeb6-d5fd42ca0fde" providerId="AD" clId="Web-{7DDC01E9-CFBE-BD35-5B5B-BD52BD4AB135}" dt="2026-09-22T00:31:32.145" v="136" actId="1076"/>
          <ac:picMkLst>
            <pc:docMk/>
            <pc:sldMk cId="2161799226" sldId="261"/>
            <ac:picMk id="4" creationId="{C288670A-08A6-A122-FEA3-1178BDAB70E0}"/>
          </ac:picMkLst>
        </pc:picChg>
        <pc:picChg chg="add del mod">
          <ac:chgData name="IAN LAMARTINE LOPES IANNACCONI" userId="S::ian.iannacconi@aluno.senac.rio::1d7019b7-a4bd-42c8-aeb6-d5fd42ca0fde" providerId="AD" clId="Web-{7DDC01E9-CFBE-BD35-5B5B-BD52BD4AB135}" dt="2026-09-22T00:32:57.632" v="141"/>
          <ac:picMkLst>
            <pc:docMk/>
            <pc:sldMk cId="2161799226" sldId="261"/>
            <ac:picMk id="5" creationId="{2650A75F-526F-E925-A007-6C6D2526803B}"/>
          </ac:picMkLst>
        </pc:picChg>
      </pc:sldChg>
      <pc:sldChg chg="modSp">
        <pc:chgData name="IAN LAMARTINE LOPES IANNACCONI" userId="S::ian.iannacconi@aluno.senac.rio::1d7019b7-a4bd-42c8-aeb6-d5fd42ca0fde" providerId="AD" clId="Web-{7DDC01E9-CFBE-BD35-5B5B-BD52BD4AB135}" dt="2026-09-21T23:57:23.095" v="17" actId="20577"/>
        <pc:sldMkLst>
          <pc:docMk/>
          <pc:sldMk cId="2070713688" sldId="270"/>
        </pc:sldMkLst>
        <pc:spChg chg="mod">
          <ac:chgData name="IAN LAMARTINE LOPES IANNACCONI" userId="S::ian.iannacconi@aluno.senac.rio::1d7019b7-a4bd-42c8-aeb6-d5fd42ca0fde" providerId="AD" clId="Web-{7DDC01E9-CFBE-BD35-5B5B-BD52BD4AB135}" dt="2026-09-21T23:57:23.095" v="17" actId="20577"/>
          <ac:spMkLst>
            <pc:docMk/>
            <pc:sldMk cId="2070713688" sldId="270"/>
            <ac:spMk id="19" creationId="{D157DE58-3BF6-AB55-011B-16D9A603DD99}"/>
          </ac:spMkLst>
        </pc:spChg>
      </pc:sldChg>
      <pc:sldChg chg="addSp delSp modSp add del replId">
        <pc:chgData name="IAN LAMARTINE LOPES IANNACCONI" userId="S::ian.iannacconi@aluno.senac.rio::1d7019b7-a4bd-42c8-aeb6-d5fd42ca0fde" providerId="AD" clId="Web-{7DDC01E9-CFBE-BD35-5B5B-BD52BD4AB135}" dt="2026-09-22T00:36:48.092" v="142"/>
        <pc:sldMkLst>
          <pc:docMk/>
          <pc:sldMk cId="3757406436" sldId="271"/>
        </pc:sldMkLst>
      </pc:sldChg>
      <pc:sldChg chg="delSp modSp add replId modTransition">
        <pc:chgData name="IAN LAMARTINE LOPES IANNACCONI" userId="S::ian.iannacconi@aluno.senac.rio::1d7019b7-a4bd-42c8-aeb6-d5fd42ca0fde" providerId="AD" clId="Web-{7DDC01E9-CFBE-BD35-5B5B-BD52BD4AB135}" dt="2026-09-22T00:15:12.144" v="73"/>
        <pc:sldMkLst>
          <pc:docMk/>
          <pc:sldMk cId="366201548" sldId="272"/>
        </pc:sldMkLst>
        <pc:spChg chg="del">
          <ac:chgData name="IAN LAMARTINE LOPES IANNACCONI" userId="S::ian.iannacconi@aluno.senac.rio::1d7019b7-a4bd-42c8-aeb6-d5fd42ca0fde" providerId="AD" clId="Web-{7DDC01E9-CFBE-BD35-5B5B-BD52BD4AB135}" dt="2026-09-22T00:14:29.409" v="67"/>
          <ac:spMkLst>
            <pc:docMk/>
            <pc:sldMk cId="366201548" sldId="272"/>
            <ac:spMk id="4" creationId="{E3074CB2-DE29-C267-A921-F11A3E88130C}"/>
          </ac:spMkLst>
        </pc:spChg>
        <pc:picChg chg="mod">
          <ac:chgData name="IAN LAMARTINE LOPES IANNACCONI" userId="S::ian.iannacconi@aluno.senac.rio::1d7019b7-a4bd-42c8-aeb6-d5fd42ca0fde" providerId="AD" clId="Web-{7DDC01E9-CFBE-BD35-5B5B-BD52BD4AB135}" dt="2026-09-22T00:14:38.956" v="71" actId="1076"/>
          <ac:picMkLst>
            <pc:docMk/>
            <pc:sldMk cId="366201548" sldId="272"/>
            <ac:picMk id="10" creationId="{7164CBF1-8278-3337-615B-F82F499E31AD}"/>
          </ac:picMkLst>
        </pc:picChg>
        <pc:cxnChg chg="del">
          <ac:chgData name="IAN LAMARTINE LOPES IANNACCONI" userId="S::ian.iannacconi@aluno.senac.rio::1d7019b7-a4bd-42c8-aeb6-d5fd42ca0fde" providerId="AD" clId="Web-{7DDC01E9-CFBE-BD35-5B5B-BD52BD4AB135}" dt="2026-09-22T00:14:29.409" v="66"/>
          <ac:cxnSpMkLst>
            <pc:docMk/>
            <pc:sldMk cId="366201548" sldId="272"/>
            <ac:cxnSpMk id="5" creationId="{C66E17C3-EB8D-E488-E02C-53F7FDBD4337}"/>
          </ac:cxnSpMkLst>
        </pc:cxnChg>
        <pc:cxnChg chg="del">
          <ac:chgData name="IAN LAMARTINE LOPES IANNACCONI" userId="S::ian.iannacconi@aluno.senac.rio::1d7019b7-a4bd-42c8-aeb6-d5fd42ca0fde" providerId="AD" clId="Web-{7DDC01E9-CFBE-BD35-5B5B-BD52BD4AB135}" dt="2026-09-22T00:14:29.409" v="65"/>
          <ac:cxnSpMkLst>
            <pc:docMk/>
            <pc:sldMk cId="366201548" sldId="272"/>
            <ac:cxnSpMk id="6" creationId="{64E4AA42-A73B-94AE-9389-0464E578FC87}"/>
          </ac:cxnSpMkLst>
        </pc:cxnChg>
      </pc:sldChg>
    </pc:docChg>
  </pc:docChgLst>
  <pc:docChgLst>
    <pc:chgData name="IAN LAMARTINE LOPES IANNACCONI" userId="S::ian.iannacconi@aluno.senac.rio::1d7019b7-a4bd-42c8-aeb6-d5fd42ca0fde" providerId="AD" clId="Web-{704BD72C-9433-07ED-2621-1014364EE5C8}"/>
    <pc:docChg chg="addSld delSld modSld">
      <pc:chgData name="IAN LAMARTINE LOPES IANNACCONI" userId="S::ian.iannacconi@aluno.senac.rio::1d7019b7-a4bd-42c8-aeb6-d5fd42ca0fde" providerId="AD" clId="Web-{704BD72C-9433-07ED-2621-1014364EE5C8}" dt="2026-09-21T18:47:40.966" v="373"/>
      <pc:docMkLst>
        <pc:docMk/>
      </pc:docMkLst>
      <pc:sldChg chg="addSp delSp modSp add replId">
        <pc:chgData name="IAN LAMARTINE LOPES IANNACCONI" userId="S::ian.iannacconi@aluno.senac.rio::1d7019b7-a4bd-42c8-aeb6-d5fd42ca0fde" providerId="AD" clId="Web-{704BD72C-9433-07ED-2621-1014364EE5C8}" dt="2026-09-21T17:05:41.757" v="189" actId="14100"/>
        <pc:sldMkLst>
          <pc:docMk/>
          <pc:sldMk cId="631014591" sldId="258"/>
        </pc:sldMkLst>
        <pc:spChg chg="mod">
          <ac:chgData name="IAN LAMARTINE LOPES IANNACCONI" userId="S::ian.iannacconi@aluno.senac.rio::1d7019b7-a4bd-42c8-aeb6-d5fd42ca0fde" providerId="AD" clId="Web-{704BD72C-9433-07ED-2621-1014364EE5C8}" dt="2026-09-21T16:26:32.104" v="168" actId="1076"/>
          <ac:spMkLst>
            <pc:docMk/>
            <pc:sldMk cId="631014591" sldId="258"/>
            <ac:spMk id="19" creationId="{6E18F7CE-098C-A9A8-7B4C-9BC18440F401}"/>
          </ac:spMkLst>
        </pc:spChg>
      </pc:sldChg>
      <pc:sldChg chg="addSp delSp modSp add replId">
        <pc:chgData name="IAN LAMARTINE LOPES IANNACCONI" userId="S::ian.iannacconi@aluno.senac.rio::1d7019b7-a4bd-42c8-aeb6-d5fd42ca0fde" providerId="AD" clId="Web-{704BD72C-9433-07ED-2621-1014364EE5C8}" dt="2026-09-21T18:14:19.765" v="211"/>
        <pc:sldMkLst>
          <pc:docMk/>
          <pc:sldMk cId="2558461549" sldId="259"/>
        </pc:sldMkLst>
        <pc:spChg chg="mod">
          <ac:chgData name="IAN LAMARTINE LOPES IANNACCONI" userId="S::ian.iannacconi@aluno.senac.rio::1d7019b7-a4bd-42c8-aeb6-d5fd42ca0fde" providerId="AD" clId="Web-{704BD72C-9433-07ED-2621-1014364EE5C8}" dt="2026-09-21T16:26:15.042" v="167" actId="20577"/>
          <ac:spMkLst>
            <pc:docMk/>
            <pc:sldMk cId="2558461549" sldId="259"/>
            <ac:spMk id="19" creationId="{F17ABD91-04FF-44A6-332E-3D86320BE381}"/>
          </ac:spMkLst>
        </pc:spChg>
        <pc:picChg chg="add mod">
          <ac:chgData name="IAN LAMARTINE LOPES IANNACCONI" userId="S::ian.iannacconi@aluno.senac.rio::1d7019b7-a4bd-42c8-aeb6-d5fd42ca0fde" providerId="AD" clId="Web-{704BD72C-9433-07ED-2621-1014364EE5C8}" dt="2026-09-21T18:14:18.249" v="209" actId="14100"/>
          <ac:picMkLst>
            <pc:docMk/>
            <pc:sldMk cId="2558461549" sldId="259"/>
            <ac:picMk id="4" creationId="{3EB79C1B-1FE1-1474-613D-17D3F421DE79}"/>
          </ac:picMkLst>
        </pc:picChg>
      </pc:sldChg>
      <pc:sldChg chg="add replId">
        <pc:chgData name="IAN LAMARTINE LOPES IANNACCONI" userId="S::ian.iannacconi@aluno.senac.rio::1d7019b7-a4bd-42c8-aeb6-d5fd42ca0fde" providerId="AD" clId="Web-{704BD72C-9433-07ED-2621-1014364EE5C8}" dt="2026-09-21T16:53:47.492" v="173"/>
        <pc:sldMkLst>
          <pc:docMk/>
          <pc:sldMk cId="2727116036" sldId="260"/>
        </pc:sldMkLst>
      </pc:sldChg>
      <pc:sldChg chg="addSp delSp modSp add replId">
        <pc:chgData name="IAN LAMARTINE LOPES IANNACCONI" userId="S::ian.iannacconi@aluno.senac.rio::1d7019b7-a4bd-42c8-aeb6-d5fd42ca0fde" providerId="AD" clId="Web-{704BD72C-9433-07ED-2621-1014364EE5C8}" dt="2026-09-21T18:08:25.302" v="194" actId="14100"/>
        <pc:sldMkLst>
          <pc:docMk/>
          <pc:sldMk cId="2161799226" sldId="261"/>
        </pc:sldMkLst>
        <pc:picChg chg="add mod">
          <ac:chgData name="IAN LAMARTINE LOPES IANNACCONI" userId="S::ian.iannacconi@aluno.senac.rio::1d7019b7-a4bd-42c8-aeb6-d5fd42ca0fde" providerId="AD" clId="Web-{704BD72C-9433-07ED-2621-1014364EE5C8}" dt="2026-09-21T18:08:25.302" v="194" actId="14100"/>
          <ac:picMkLst>
            <pc:docMk/>
            <pc:sldMk cId="2161799226" sldId="261"/>
            <ac:picMk id="3" creationId="{C9901BC7-429C-67F7-C749-FCFE20F8B0E8}"/>
          </ac:picMkLst>
        </pc:picChg>
      </pc:sldChg>
      <pc:sldChg chg="addSp delSp modSp add replId">
        <pc:chgData name="IAN LAMARTINE LOPES IANNACCONI" userId="S::ian.iannacconi@aluno.senac.rio::1d7019b7-a4bd-42c8-aeb6-d5fd42ca0fde" providerId="AD" clId="Web-{704BD72C-9433-07ED-2621-1014364EE5C8}" dt="2026-09-21T18:47:14.011" v="352"/>
        <pc:sldMkLst>
          <pc:docMk/>
          <pc:sldMk cId="332913179" sldId="262"/>
        </pc:sldMkLst>
        <pc:spChg chg="mod">
          <ac:chgData name="IAN LAMARTINE LOPES IANNACCONI" userId="S::ian.iannacconi@aluno.senac.rio::1d7019b7-a4bd-42c8-aeb6-d5fd42ca0fde" providerId="AD" clId="Web-{704BD72C-9433-07ED-2621-1014364EE5C8}" dt="2026-09-21T18:47:13.511" v="350" actId="20577"/>
          <ac:spMkLst>
            <pc:docMk/>
            <pc:sldMk cId="332913179" sldId="262"/>
            <ac:spMk id="19" creationId="{CD9FF776-22F0-C9C8-0C10-8A675D3828DE}"/>
          </ac:spMkLst>
        </pc:spChg>
      </pc:sldChg>
      <pc:sldChg chg="delSp modSp add replId">
        <pc:chgData name="IAN LAMARTINE LOPES IANNACCONI" userId="S::ian.iannacconi@aluno.senac.rio::1d7019b7-a4bd-42c8-aeb6-d5fd42ca0fde" providerId="AD" clId="Web-{704BD72C-9433-07ED-2621-1014364EE5C8}" dt="2026-09-21T18:47:40.966" v="373"/>
        <pc:sldMkLst>
          <pc:docMk/>
          <pc:sldMk cId="1396374705" sldId="263"/>
        </pc:sldMkLst>
        <pc:spChg chg="mod">
          <ac:chgData name="IAN LAMARTINE LOPES IANNACCONI" userId="S::ian.iannacconi@aluno.senac.rio::1d7019b7-a4bd-42c8-aeb6-d5fd42ca0fde" providerId="AD" clId="Web-{704BD72C-9433-07ED-2621-1014364EE5C8}" dt="2026-09-21T18:47:35.372" v="371" actId="20577"/>
          <ac:spMkLst>
            <pc:docMk/>
            <pc:sldMk cId="1396374705" sldId="263"/>
            <ac:spMk id="19" creationId="{8704ED2E-149D-13D7-692D-71973A836BD7}"/>
          </ac:spMkLst>
        </pc:spChg>
      </pc:sldChg>
    </pc:docChg>
  </pc:docChgLst>
  <pc:docChgLst>
    <pc:chgData name="IAN LAMARTINE LOPES IANNACCONI" userId="S::ian.iannacconi@aluno.senac.rio::1d7019b7-a4bd-42c8-aeb6-d5fd42ca0fde" providerId="AD" clId="Web-{97FEA386-55D6-5021-3F96-027C2B01E02E}"/>
    <pc:docChg chg="addSld modSld">
      <pc:chgData name="IAN LAMARTINE LOPES IANNACCONI" userId="S::ian.iannacconi@aluno.senac.rio::1d7019b7-a4bd-42c8-aeb6-d5fd42ca0fde" providerId="AD" clId="Web-{97FEA386-55D6-5021-3F96-027C2B01E02E}" dt="2026-09-23T22:18:37.429" v="6"/>
      <pc:docMkLst>
        <pc:docMk/>
      </pc:docMkLst>
      <pc:sldChg chg="addSp delSp modSp add replId">
        <pc:chgData name="IAN LAMARTINE LOPES IANNACCONI" userId="S::ian.iannacconi@aluno.senac.rio::1d7019b7-a4bd-42c8-aeb6-d5fd42ca0fde" providerId="AD" clId="Web-{97FEA386-55D6-5021-3F96-027C2B01E02E}" dt="2026-09-23T22:18:30.226" v="3"/>
        <pc:sldMkLst>
          <pc:docMk/>
          <pc:sldMk cId="2577026947" sldId="275"/>
        </pc:sldMkLst>
        <pc:picChg chg="add mod">
          <ac:chgData name="IAN LAMARTINE LOPES IANNACCONI" userId="S::ian.iannacconi@aluno.senac.rio::1d7019b7-a4bd-42c8-aeb6-d5fd42ca0fde" providerId="AD" clId="Web-{97FEA386-55D6-5021-3F96-027C2B01E02E}" dt="2026-09-23T22:18:30.226" v="3"/>
          <ac:picMkLst>
            <pc:docMk/>
            <pc:sldMk cId="2577026947" sldId="275"/>
            <ac:picMk id="3" creationId="{F7AB7CF5-E5A1-1A2D-FE07-A29CE762834C}"/>
          </ac:picMkLst>
        </pc:picChg>
        <pc:picChg chg="del">
          <ac:chgData name="IAN LAMARTINE LOPES IANNACCONI" userId="S::ian.iannacconi@aluno.senac.rio::1d7019b7-a4bd-42c8-aeb6-d5fd42ca0fde" providerId="AD" clId="Web-{97FEA386-55D6-5021-3F96-027C2B01E02E}" dt="2026-09-23T22:18:13.428" v="1"/>
          <ac:picMkLst>
            <pc:docMk/>
            <pc:sldMk cId="2577026947" sldId="275"/>
            <ac:picMk id="4" creationId="{35E30ACA-6E45-5E40-62F5-E8960F668512}"/>
          </ac:picMkLst>
        </pc:picChg>
        <pc:picChg chg="del">
          <ac:chgData name="IAN LAMARTINE LOPES IANNACCONI" userId="S::ian.iannacconi@aluno.senac.rio::1d7019b7-a4bd-42c8-aeb6-d5fd42ca0fde" providerId="AD" clId="Web-{97FEA386-55D6-5021-3F96-027C2B01E02E}" dt="2026-09-23T22:18:14.037" v="2"/>
          <ac:picMkLst>
            <pc:docMk/>
            <pc:sldMk cId="2577026947" sldId="275"/>
            <ac:picMk id="5" creationId="{A7F9A437-84C6-38E4-C9DF-E679003AFDB5}"/>
          </ac:picMkLst>
        </pc:picChg>
      </pc:sldChg>
      <pc:sldChg chg="delSp add replId">
        <pc:chgData name="IAN LAMARTINE LOPES IANNACCONI" userId="S::ian.iannacconi@aluno.senac.rio::1d7019b7-a4bd-42c8-aeb6-d5fd42ca0fde" providerId="AD" clId="Web-{97FEA386-55D6-5021-3F96-027C2B01E02E}" dt="2026-09-23T22:18:37.429" v="6"/>
        <pc:sldMkLst>
          <pc:docMk/>
          <pc:sldMk cId="3348403520" sldId="276"/>
        </pc:sldMkLst>
        <pc:picChg chg="del">
          <ac:chgData name="IAN LAMARTINE LOPES IANNACCONI" userId="S::ian.iannacconi@aluno.senac.rio::1d7019b7-a4bd-42c8-aeb6-d5fd42ca0fde" providerId="AD" clId="Web-{97FEA386-55D6-5021-3F96-027C2B01E02E}" dt="2026-09-23T22:18:37.429" v="6"/>
          <ac:picMkLst>
            <pc:docMk/>
            <pc:sldMk cId="3348403520" sldId="276"/>
            <ac:picMk id="3" creationId="{66F115F0-2C5F-9685-990B-AA456B817DCB}"/>
          </ac:picMkLst>
        </pc:picChg>
        <pc:picChg chg="del">
          <ac:chgData name="IAN LAMARTINE LOPES IANNACCONI" userId="S::ian.iannacconi@aluno.senac.rio::1d7019b7-a4bd-42c8-aeb6-d5fd42ca0fde" providerId="AD" clId="Web-{97FEA386-55D6-5021-3F96-027C2B01E02E}" dt="2026-09-23T22:18:36.648" v="5"/>
          <ac:picMkLst>
            <pc:docMk/>
            <pc:sldMk cId="3348403520" sldId="276"/>
            <ac:picMk id="6" creationId="{CA2A5852-74DE-2782-42F5-8C5286841A6C}"/>
          </ac:picMkLst>
        </pc:picChg>
      </pc:sldChg>
    </pc:docChg>
  </pc:docChgLst>
  <pc:docChgLst>
    <pc:chgData name="IAN LAMARTINE LOPES IANNACCONI" userId="S::ian.iannacconi@aluno.senac.rio::1d7019b7-a4bd-42c8-aeb6-d5fd42ca0fde" providerId="AD" clId="Web-{8804D8BA-7D57-11E7-8FCD-367615DA0885}"/>
    <pc:docChg chg="addSld delSld modSld sldOrd">
      <pc:chgData name="IAN LAMARTINE LOPES IANNACCONI" userId="S::ian.iannacconi@aluno.senac.rio::1d7019b7-a4bd-42c8-aeb6-d5fd42ca0fde" providerId="AD" clId="Web-{8804D8BA-7D57-11E7-8FCD-367615DA0885}" dt="2026-09-21T23:38:21.896" v="239"/>
      <pc:docMkLst>
        <pc:docMk/>
      </pc:docMkLst>
      <pc:sldChg chg="addSp delSp modSp">
        <pc:chgData name="IAN LAMARTINE LOPES IANNACCONI" userId="S::ian.iannacconi@aluno.senac.rio::1d7019b7-a4bd-42c8-aeb6-d5fd42ca0fde" providerId="AD" clId="Web-{8804D8BA-7D57-11E7-8FCD-367615DA0885}" dt="2026-09-21T23:30:54.022" v="238" actId="1076"/>
        <pc:sldMkLst>
          <pc:docMk/>
          <pc:sldMk cId="631014591" sldId="258"/>
        </pc:sldMkLst>
        <pc:picChg chg="add mod">
          <ac:chgData name="IAN LAMARTINE LOPES IANNACCONI" userId="S::ian.iannacconi@aluno.senac.rio::1d7019b7-a4bd-42c8-aeb6-d5fd42ca0fde" providerId="AD" clId="Web-{8804D8BA-7D57-11E7-8FCD-367615DA0885}" dt="2026-09-21T23:30:54.022" v="238" actId="1076"/>
          <ac:picMkLst>
            <pc:docMk/>
            <pc:sldMk cId="631014591" sldId="258"/>
            <ac:picMk id="3" creationId="{F08D0A03-BA0B-D1BD-D486-B818E599BD5C}"/>
          </ac:picMkLst>
        </pc:picChg>
      </pc:sldChg>
      <pc:sldChg chg="ord">
        <pc:chgData name="IAN LAMARTINE LOPES IANNACCONI" userId="S::ian.iannacconi@aluno.senac.rio::1d7019b7-a4bd-42c8-aeb6-d5fd42ca0fde" providerId="AD" clId="Web-{8804D8BA-7D57-11E7-8FCD-367615DA0885}" dt="2026-09-21T23:38:21.896" v="239"/>
        <pc:sldMkLst>
          <pc:docMk/>
          <pc:sldMk cId="2558461549" sldId="259"/>
        </pc:sldMkLst>
      </pc:sldChg>
      <pc:sldChg chg="addSp delSp modSp modTransition">
        <pc:chgData name="IAN LAMARTINE LOPES IANNACCONI" userId="S::ian.iannacconi@aluno.senac.rio::1d7019b7-a4bd-42c8-aeb6-d5fd42ca0fde" providerId="AD" clId="Web-{8804D8BA-7D57-11E7-8FCD-367615DA0885}" dt="2026-09-21T23:27:13.420" v="236" actId="1076"/>
        <pc:sldMkLst>
          <pc:docMk/>
          <pc:sldMk cId="2727116036" sldId="260"/>
        </pc:sldMkLst>
        <pc:picChg chg="add mod">
          <ac:chgData name="IAN LAMARTINE LOPES IANNACCONI" userId="S::ian.iannacconi@aluno.senac.rio::1d7019b7-a4bd-42c8-aeb6-d5fd42ca0fde" providerId="AD" clId="Web-{8804D8BA-7D57-11E7-8FCD-367615DA0885}" dt="2026-09-21T23:27:13.420" v="236" actId="1076"/>
          <ac:picMkLst>
            <pc:docMk/>
            <pc:sldMk cId="2727116036" sldId="260"/>
            <ac:picMk id="4" creationId="{D0D252BC-4461-FB92-1EA9-E23F6C5FE84E}"/>
          </ac:picMkLst>
        </pc:picChg>
      </pc:sldChg>
      <pc:sldChg chg="addSp delSp modSp">
        <pc:chgData name="IAN LAMARTINE LOPES IANNACCONI" userId="S::ian.iannacconi@aluno.senac.rio::1d7019b7-a4bd-42c8-aeb6-d5fd42ca0fde" providerId="AD" clId="Web-{8804D8BA-7D57-11E7-8FCD-367615DA0885}" dt="2026-09-21T22:59:00.844" v="21" actId="1076"/>
        <pc:sldMkLst>
          <pc:docMk/>
          <pc:sldMk cId="332913179" sldId="262"/>
        </pc:sldMkLst>
        <pc:picChg chg="add mod">
          <ac:chgData name="IAN LAMARTINE LOPES IANNACCONI" userId="S::ian.iannacconi@aluno.senac.rio::1d7019b7-a4bd-42c8-aeb6-d5fd42ca0fde" providerId="AD" clId="Web-{8804D8BA-7D57-11E7-8FCD-367615DA0885}" dt="2026-09-21T22:59:00.844" v="21" actId="1076"/>
          <ac:picMkLst>
            <pc:docMk/>
            <pc:sldMk cId="332913179" sldId="262"/>
            <ac:picMk id="5" creationId="{C2EACFA7-F3EB-111E-B84A-BAFEDC8F992F}"/>
          </ac:picMkLst>
        </pc:picChg>
      </pc:sldChg>
      <pc:sldChg chg="addSp delSp modSp modTransition">
        <pc:chgData name="IAN LAMARTINE LOPES IANNACCONI" userId="S::ian.iannacconi@aluno.senac.rio::1d7019b7-a4bd-42c8-aeb6-d5fd42ca0fde" providerId="AD" clId="Web-{8804D8BA-7D57-11E7-8FCD-367615DA0885}" dt="2026-09-21T23:12:18.216" v="100"/>
        <pc:sldMkLst>
          <pc:docMk/>
          <pc:sldMk cId="1396374705" sldId="263"/>
        </pc:sldMkLst>
        <pc:picChg chg="add mod">
          <ac:chgData name="IAN LAMARTINE LOPES IANNACCONI" userId="S::ian.iannacconi@aluno.senac.rio::1d7019b7-a4bd-42c8-aeb6-d5fd42ca0fde" providerId="AD" clId="Web-{8804D8BA-7D57-11E7-8FCD-367615DA0885}" dt="2026-09-21T23:10:59.760" v="84" actId="14100"/>
          <ac:picMkLst>
            <pc:docMk/>
            <pc:sldMk cId="1396374705" sldId="263"/>
            <ac:picMk id="7" creationId="{B136C2FD-13AA-8705-6834-AC3D87CA07F4}"/>
          </ac:picMkLst>
        </pc:picChg>
        <pc:picChg chg="add mod">
          <ac:chgData name="IAN LAMARTINE LOPES IANNACCONI" userId="S::ian.iannacconi@aluno.senac.rio::1d7019b7-a4bd-42c8-aeb6-d5fd42ca0fde" providerId="AD" clId="Web-{8804D8BA-7D57-11E7-8FCD-367615DA0885}" dt="2026-09-21T23:11:47.731" v="95"/>
          <ac:picMkLst>
            <pc:docMk/>
            <pc:sldMk cId="1396374705" sldId="263"/>
            <ac:picMk id="8" creationId="{3AC7098F-6738-5229-F3EE-9346B23ECF9C}"/>
          </ac:picMkLst>
        </pc:picChg>
      </pc:sldChg>
      <pc:sldChg chg="modSp add replId modTransition">
        <pc:chgData name="IAN LAMARTINE LOPES IANNACCONI" userId="S::ian.iannacconi@aluno.senac.rio::1d7019b7-a4bd-42c8-aeb6-d5fd42ca0fde" providerId="AD" clId="Web-{8804D8BA-7D57-11E7-8FCD-367615DA0885}" dt="2026-09-21T23:15:42.239" v="132"/>
        <pc:sldMkLst>
          <pc:docMk/>
          <pc:sldMk cId="3569562450" sldId="264"/>
        </pc:sldMkLst>
        <pc:picChg chg="mod">
          <ac:chgData name="IAN LAMARTINE LOPES IANNACCONI" userId="S::ian.iannacconi@aluno.senac.rio::1d7019b7-a4bd-42c8-aeb6-d5fd42ca0fde" providerId="AD" clId="Web-{8804D8BA-7D57-11E7-8FCD-367615DA0885}" dt="2026-09-21T23:11:41.809" v="94"/>
          <ac:picMkLst>
            <pc:docMk/>
            <pc:sldMk cId="3569562450" sldId="264"/>
            <ac:picMk id="7" creationId="{0CA93887-A2A4-5424-55BC-93449C5FB94C}"/>
          </ac:picMkLst>
        </pc:picChg>
      </pc:sldChg>
      <pc:sldChg chg="addSp delSp modSp add replId modTransition">
        <pc:chgData name="IAN LAMARTINE LOPES IANNACCONI" userId="S::ian.iannacconi@aluno.senac.rio::1d7019b7-a4bd-42c8-aeb6-d5fd42ca0fde" providerId="AD" clId="Web-{8804D8BA-7D57-11E7-8FCD-367615DA0885}" dt="2026-09-21T23:15:33.520" v="131"/>
        <pc:sldMkLst>
          <pc:docMk/>
          <pc:sldMk cId="4254222218" sldId="265"/>
        </pc:sldMkLst>
        <pc:spChg chg="mod">
          <ac:chgData name="IAN LAMARTINE LOPES IANNACCONI" userId="S::ian.iannacconi@aluno.senac.rio::1d7019b7-a4bd-42c8-aeb6-d5fd42ca0fde" providerId="AD" clId="Web-{8804D8BA-7D57-11E7-8FCD-367615DA0885}" dt="2026-09-21T23:14:47.472" v="129" actId="20577"/>
          <ac:spMkLst>
            <pc:docMk/>
            <pc:sldMk cId="4254222218" sldId="265"/>
            <ac:spMk id="19" creationId="{365B89B0-47DC-4382-5C02-00594645BA50}"/>
          </ac:spMkLst>
        </pc:spChg>
        <pc:picChg chg="add mod">
          <ac:chgData name="IAN LAMARTINE LOPES IANNACCONI" userId="S::ian.iannacconi@aluno.senac.rio::1d7019b7-a4bd-42c8-aeb6-d5fd42ca0fde" providerId="AD" clId="Web-{8804D8BA-7D57-11E7-8FCD-367615DA0885}" dt="2026-09-21T23:14:07.158" v="119" actId="1076"/>
          <ac:picMkLst>
            <pc:docMk/>
            <pc:sldMk cId="4254222218" sldId="265"/>
            <ac:picMk id="3" creationId="{DD080075-1116-B9F4-87C0-735B3186698C}"/>
          </ac:picMkLst>
        </pc:picChg>
      </pc:sldChg>
      <pc:sldChg chg="addSp delSp modSp add replId">
        <pc:chgData name="IAN LAMARTINE LOPES IANNACCONI" userId="S::ian.iannacconi@aluno.senac.rio::1d7019b7-a4bd-42c8-aeb6-d5fd42ca0fde" providerId="AD" clId="Web-{8804D8BA-7D57-11E7-8FCD-367615DA0885}" dt="2026-09-21T23:14:43.378" v="126" actId="20577"/>
        <pc:sldMkLst>
          <pc:docMk/>
          <pc:sldMk cId="2462675922" sldId="266"/>
        </pc:sldMkLst>
        <pc:spChg chg="mod">
          <ac:chgData name="IAN LAMARTINE LOPES IANNACCONI" userId="S::ian.iannacconi@aluno.senac.rio::1d7019b7-a4bd-42c8-aeb6-d5fd42ca0fde" providerId="AD" clId="Web-{8804D8BA-7D57-11E7-8FCD-367615DA0885}" dt="2026-09-21T23:14:43.378" v="126" actId="20577"/>
          <ac:spMkLst>
            <pc:docMk/>
            <pc:sldMk cId="2462675922" sldId="266"/>
            <ac:spMk id="19" creationId="{CB6BDBDB-1D9A-F432-4566-1DF53028AB6B}"/>
          </ac:spMkLst>
        </pc:spChg>
        <pc:picChg chg="add mod">
          <ac:chgData name="IAN LAMARTINE LOPES IANNACCONI" userId="S::ian.iannacconi@aluno.senac.rio::1d7019b7-a4bd-42c8-aeb6-d5fd42ca0fde" providerId="AD" clId="Web-{8804D8BA-7D57-11E7-8FCD-367615DA0885}" dt="2026-09-21T23:13:48.814" v="111" actId="14100"/>
          <ac:picMkLst>
            <pc:docMk/>
            <pc:sldMk cId="2462675922" sldId="266"/>
            <ac:picMk id="3" creationId="{B77B73BE-699C-B8C8-11A5-BEC7AC19535F}"/>
          </ac:picMkLst>
        </pc:picChg>
      </pc:sldChg>
      <pc:sldChg chg="addSp delSp modSp add replId">
        <pc:chgData name="IAN LAMARTINE LOPES IANNACCONI" userId="S::ian.iannacconi@aluno.senac.rio::1d7019b7-a4bd-42c8-aeb6-d5fd42ca0fde" providerId="AD" clId="Web-{8804D8BA-7D57-11E7-8FCD-367615DA0885}" dt="2026-09-21T23:17:36.337" v="164"/>
        <pc:sldMkLst>
          <pc:docMk/>
          <pc:sldMk cId="3444976681" sldId="267"/>
        </pc:sldMkLst>
        <pc:spChg chg="mod">
          <ac:chgData name="IAN LAMARTINE LOPES IANNACCONI" userId="S::ian.iannacconi@aluno.senac.rio::1d7019b7-a4bd-42c8-aeb6-d5fd42ca0fde" providerId="AD" clId="Web-{8804D8BA-7D57-11E7-8FCD-367615DA0885}" dt="2026-09-21T23:17:23.258" v="156" actId="20577"/>
          <ac:spMkLst>
            <pc:docMk/>
            <pc:sldMk cId="3444976681" sldId="267"/>
            <ac:spMk id="19" creationId="{05BBD6E9-0A58-5A3B-CF15-3FA2F86B39E3}"/>
          </ac:spMkLst>
        </pc:spChg>
        <pc:picChg chg="add mod">
          <ac:chgData name="IAN LAMARTINE LOPES IANNACCONI" userId="S::ian.iannacconi@aluno.senac.rio::1d7019b7-a4bd-42c8-aeb6-d5fd42ca0fde" providerId="AD" clId="Web-{8804D8BA-7D57-11E7-8FCD-367615DA0885}" dt="2026-09-21T23:17:01.273" v="143" actId="1076"/>
          <ac:picMkLst>
            <pc:docMk/>
            <pc:sldMk cId="3444976681" sldId="267"/>
            <ac:picMk id="4" creationId="{5ADD330A-F2F6-B9C9-B80C-3937B37380F7}"/>
          </ac:picMkLst>
        </pc:picChg>
      </pc:sldChg>
      <pc:sldChg chg="addSp delSp modSp add replId">
        <pc:chgData name="IAN LAMARTINE LOPES IANNACCONI" userId="S::ian.iannacconi@aluno.senac.rio::1d7019b7-a4bd-42c8-aeb6-d5fd42ca0fde" providerId="AD" clId="Web-{8804D8BA-7D57-11E7-8FCD-367615DA0885}" dt="2026-09-21T23:18:28.479" v="182" actId="14100"/>
        <pc:sldMkLst>
          <pc:docMk/>
          <pc:sldMk cId="3936469906" sldId="268"/>
        </pc:sldMkLst>
        <pc:spChg chg="mod">
          <ac:chgData name="IAN LAMARTINE LOPES IANNACCONI" userId="S::ian.iannacconi@aluno.senac.rio::1d7019b7-a4bd-42c8-aeb6-d5fd42ca0fde" providerId="AD" clId="Web-{8804D8BA-7D57-11E7-8FCD-367615DA0885}" dt="2026-09-21T23:17:57.525" v="175" actId="14100"/>
          <ac:spMkLst>
            <pc:docMk/>
            <pc:sldMk cId="3936469906" sldId="268"/>
            <ac:spMk id="19" creationId="{4B27D6A6-1E7B-2018-6008-CCD99F036FB5}"/>
          </ac:spMkLst>
        </pc:spChg>
        <pc:picChg chg="add mod">
          <ac:chgData name="IAN LAMARTINE LOPES IANNACCONI" userId="S::ian.iannacconi@aluno.senac.rio::1d7019b7-a4bd-42c8-aeb6-d5fd42ca0fde" providerId="AD" clId="Web-{8804D8BA-7D57-11E7-8FCD-367615DA0885}" dt="2026-09-21T23:18:28.479" v="182" actId="14100"/>
          <ac:picMkLst>
            <pc:docMk/>
            <pc:sldMk cId="3936469906" sldId="268"/>
            <ac:picMk id="3" creationId="{AC490238-8DE6-DD88-538F-6B534BD23DC8}"/>
          </ac:picMkLst>
        </pc:picChg>
      </pc:sldChg>
      <pc:sldChg chg="addSp delSp modSp add replId">
        <pc:chgData name="IAN LAMARTINE LOPES IANNACCONI" userId="S::ian.iannacconi@aluno.senac.rio::1d7019b7-a4bd-42c8-aeb6-d5fd42ca0fde" providerId="AD" clId="Web-{8804D8BA-7D57-11E7-8FCD-367615DA0885}" dt="2026-09-21T23:20:20.983" v="220" actId="1076"/>
        <pc:sldMkLst>
          <pc:docMk/>
          <pc:sldMk cId="120601325" sldId="269"/>
        </pc:sldMkLst>
        <pc:spChg chg="mod">
          <ac:chgData name="IAN LAMARTINE LOPES IANNACCONI" userId="S::ian.iannacconi@aluno.senac.rio::1d7019b7-a4bd-42c8-aeb6-d5fd42ca0fde" providerId="AD" clId="Web-{8804D8BA-7D57-11E7-8FCD-367615DA0885}" dt="2026-09-21T23:20:05.889" v="215" actId="20577"/>
          <ac:spMkLst>
            <pc:docMk/>
            <pc:sldMk cId="120601325" sldId="269"/>
            <ac:spMk id="19" creationId="{BC45ACDA-11BF-7C87-8555-9F23B413DC85}"/>
          </ac:spMkLst>
        </pc:spChg>
        <pc:picChg chg="add mod">
          <ac:chgData name="IAN LAMARTINE LOPES IANNACCONI" userId="S::ian.iannacconi@aluno.senac.rio::1d7019b7-a4bd-42c8-aeb6-d5fd42ca0fde" providerId="AD" clId="Web-{8804D8BA-7D57-11E7-8FCD-367615DA0885}" dt="2026-09-21T23:20:20.983" v="220" actId="1076"/>
          <ac:picMkLst>
            <pc:docMk/>
            <pc:sldMk cId="120601325" sldId="269"/>
            <ac:picMk id="4" creationId="{A74873D6-BE0C-E2F7-61AB-EEF11A622BDD}"/>
          </ac:picMkLst>
        </pc:picChg>
      </pc:sldChg>
      <pc:sldChg chg="addSp delSp modSp add replId modTransition">
        <pc:chgData name="IAN LAMARTINE LOPES IANNACCONI" userId="S::ian.iannacconi@aluno.senac.rio::1d7019b7-a4bd-42c8-aeb6-d5fd42ca0fde" providerId="AD" clId="Web-{8804D8BA-7D57-11E7-8FCD-367615DA0885}" dt="2026-09-21T23:24:33.975" v="229"/>
        <pc:sldMkLst>
          <pc:docMk/>
          <pc:sldMk cId="2070713688" sldId="270"/>
        </pc:sldMkLst>
        <pc:picChg chg="add mod">
          <ac:chgData name="IAN LAMARTINE LOPES IANNACCONI" userId="S::ian.iannacconi@aluno.senac.rio::1d7019b7-a4bd-42c8-aeb6-d5fd42ca0fde" providerId="AD" clId="Web-{8804D8BA-7D57-11E7-8FCD-367615DA0885}" dt="2026-09-21T23:23:25.801" v="227" actId="14100"/>
          <ac:picMkLst>
            <pc:docMk/>
            <pc:sldMk cId="2070713688" sldId="270"/>
            <ac:picMk id="3" creationId="{9A4EEEFB-8CF1-D5E6-244D-C2AFE64BCB8A}"/>
          </ac:picMkLst>
        </pc:picChg>
      </pc:sldChg>
    </pc:docChg>
  </pc:docChgLst>
  <pc:docChgLst>
    <pc:chgData name="IAN LAMARTINE LOPES IANNACCONI" userId="S::ian.iannacconi@aluno.senac.rio::1d7019b7-a4bd-42c8-aeb6-d5fd42ca0fde" providerId="AD" clId="Web-{4962605E-1D87-762E-472C-432789D64972}"/>
    <pc:docChg chg="modSld">
      <pc:chgData name="IAN LAMARTINE LOPES IANNACCONI" userId="S::ian.iannacconi@aluno.senac.rio::1d7019b7-a4bd-42c8-aeb6-d5fd42ca0fde" providerId="AD" clId="Web-{4962605E-1D87-762E-472C-432789D64972}" dt="2026-09-21T15:17:29.605" v="1"/>
      <pc:docMkLst>
        <pc:docMk/>
      </pc:docMkLst>
      <pc:sldChg chg="delSp">
        <pc:chgData name="IAN LAMARTINE LOPES IANNACCONI" userId="S::ian.iannacconi@aluno.senac.rio::1d7019b7-a4bd-42c8-aeb6-d5fd42ca0fde" providerId="AD" clId="Web-{4962605E-1D87-762E-472C-432789D64972}" dt="2026-09-21T15:17:29.605" v="1"/>
        <pc:sldMkLst>
          <pc:docMk/>
          <pc:sldMk cId="2210866551" sldId="256"/>
        </pc:sldMkLst>
      </pc:sldChg>
    </pc:docChg>
  </pc:docChgLst>
  <pc:docChgLst>
    <pc:chgData name="IAN LAMARTINE LOPES IANNACCONI" userId="S::ian.iannacconi@aluno.senac.rio::1d7019b7-a4bd-42c8-aeb6-d5fd42ca0fde" providerId="AD" clId="Web-{00000000-0000-0000-0000-000000000000}"/>
    <pc:docChg chg="addSld delSld modSld addMainMaster delMainMaster">
      <pc:chgData name="IAN LAMARTINE LOPES IANNACCONI" userId="S::ian.iannacconi@aluno.senac.rio::1d7019b7-a4bd-42c8-aeb6-d5fd42ca0fde" providerId="AD" clId="Web-{00000000-0000-0000-0000-000000000000}" dt="2026-09-23T19:24:33.885" v="257" actId="1076"/>
      <pc:docMkLst>
        <pc:docMk/>
      </pc:docMkLst>
      <pc:sldChg chg="addSp delSp modSp mod setBg modClrScheme chgLayout">
        <pc:chgData name="IAN LAMARTINE LOPES IANNACCONI" userId="S::ian.iannacconi@aluno.senac.rio::1d7019b7-a4bd-42c8-aeb6-d5fd42ca0fde" providerId="AD" clId="Web-{00000000-0000-0000-0000-000000000000}" dt="2026-09-21T15:47:21.266" v="164" actId="20577"/>
        <pc:sldMkLst>
          <pc:docMk/>
          <pc:sldMk cId="2210866551" sldId="256"/>
        </pc:sldMkLst>
        <pc:spChg chg="add mod">
          <ac:chgData name="IAN LAMARTINE LOPES IANNACCONI" userId="S::ian.iannacconi@aluno.senac.rio::1d7019b7-a4bd-42c8-aeb6-d5fd42ca0fde" providerId="AD" clId="Web-{00000000-0000-0000-0000-000000000000}" dt="2026-09-21T15:47:21.266" v="164" actId="20577"/>
          <ac:spMkLst>
            <pc:docMk/>
            <pc:sldMk cId="2210866551" sldId="256"/>
            <ac:spMk id="4" creationId="{C601BFA6-FDE6-1206-7EDE-89B03791F9F7}"/>
          </ac:spMkLst>
        </pc:spChg>
        <pc:picChg chg="add mod ord">
          <ac:chgData name="IAN LAMARTINE LOPES IANNACCONI" userId="S::ian.iannacconi@aluno.senac.rio::1d7019b7-a4bd-42c8-aeb6-d5fd42ca0fde" providerId="AD" clId="Web-{00000000-0000-0000-0000-000000000000}" dt="2026-09-21T15:46:15.545" v="150"/>
          <ac:picMkLst>
            <pc:docMk/>
            <pc:sldMk cId="2210866551" sldId="256"/>
            <ac:picMk id="10" creationId="{3E88D9AE-B28D-8F53-4168-F378EF9EFDCE}"/>
          </ac:picMkLst>
        </pc:picChg>
        <pc:cxnChg chg="add mod">
          <ac:chgData name="IAN LAMARTINE LOPES IANNACCONI" userId="S::ian.iannacconi@aluno.senac.rio::1d7019b7-a4bd-42c8-aeb6-d5fd42ca0fde" providerId="AD" clId="Web-{00000000-0000-0000-0000-000000000000}" dt="2026-09-21T15:46:36.702" v="152" actId="1076"/>
          <ac:cxnSpMkLst>
            <pc:docMk/>
            <pc:sldMk cId="2210866551" sldId="256"/>
            <ac:cxnSpMk id="5" creationId="{169D9F1A-75D3-BB1B-FF72-FDAF774E9888}"/>
          </ac:cxnSpMkLst>
        </pc:cxnChg>
        <pc:cxnChg chg="add mod">
          <ac:chgData name="IAN LAMARTINE LOPES IANNACCONI" userId="S::ian.iannacconi@aluno.senac.rio::1d7019b7-a4bd-42c8-aeb6-d5fd42ca0fde" providerId="AD" clId="Web-{00000000-0000-0000-0000-000000000000}" dt="2026-09-21T15:46:55.874" v="158" actId="1076"/>
          <ac:cxnSpMkLst>
            <pc:docMk/>
            <pc:sldMk cId="2210866551" sldId="256"/>
            <ac:cxnSpMk id="6" creationId="{01EF8E12-75ED-D11D-7AFB-0E067CE49A31}"/>
          </ac:cxnSpMkLst>
        </pc:cxnChg>
      </pc:sldChg>
      <pc:sldChg chg="addSp delSp modSp add replId">
        <pc:chgData name="IAN LAMARTINE LOPES IANNACCONI" userId="S::ian.iannacconi@aluno.senac.rio::1d7019b7-a4bd-42c8-aeb6-d5fd42ca0fde" providerId="AD" clId="Web-{00000000-0000-0000-0000-000000000000}" dt="2026-09-23T19:21:44.822" v="240" actId="20577"/>
        <pc:sldMkLst>
          <pc:docMk/>
          <pc:sldMk cId="706306709" sldId="273"/>
        </pc:sldMkLst>
        <pc:spChg chg="mod">
          <ac:chgData name="IAN LAMARTINE LOPES IANNACCONI" userId="S::ian.iannacconi@aluno.senac.rio::1d7019b7-a4bd-42c8-aeb6-d5fd42ca0fde" providerId="AD" clId="Web-{00000000-0000-0000-0000-000000000000}" dt="2026-09-23T19:21:44.822" v="240" actId="20577"/>
          <ac:spMkLst>
            <pc:docMk/>
            <pc:sldMk cId="706306709" sldId="273"/>
            <ac:spMk id="19" creationId="{12365F7D-CA03-634D-373F-90F01F5B225F}"/>
          </ac:spMkLst>
        </pc:spChg>
        <pc:picChg chg="del">
          <ac:chgData name="IAN LAMARTINE LOPES IANNACCONI" userId="S::ian.iannacconi@aluno.senac.rio::1d7019b7-a4bd-42c8-aeb6-d5fd42ca0fde" providerId="AD" clId="Web-{00000000-0000-0000-0000-000000000000}" dt="2026-09-23T19:19:31.136" v="216"/>
          <ac:picMkLst>
            <pc:docMk/>
            <pc:sldMk cId="706306709" sldId="273"/>
            <ac:picMk id="3" creationId="{CB54C4E6-D34A-A4F6-1B00-E3738CA6C96C}"/>
          </ac:picMkLst>
        </pc:picChg>
        <pc:picChg chg="add mod">
          <ac:chgData name="IAN LAMARTINE LOPES IANNACCONI" userId="S::ian.iannacconi@aluno.senac.rio::1d7019b7-a4bd-42c8-aeb6-d5fd42ca0fde" providerId="AD" clId="Web-{00000000-0000-0000-0000-000000000000}" dt="2026-09-23T19:20:36.839" v="222" actId="1076"/>
          <ac:picMkLst>
            <pc:docMk/>
            <pc:sldMk cId="706306709" sldId="273"/>
            <ac:picMk id="4" creationId="{DF295195-CE04-6F58-F35C-27F6B128D0E2}"/>
          </ac:picMkLst>
        </pc:picChg>
        <pc:picChg chg="add mod">
          <ac:chgData name="IAN LAMARTINE LOPES IANNACCONI" userId="S::ian.iannacconi@aluno.senac.rio::1d7019b7-a4bd-42c8-aeb6-d5fd42ca0fde" providerId="AD" clId="Web-{00000000-0000-0000-0000-000000000000}" dt="2026-09-23T19:21:18.136" v="230" actId="14100"/>
          <ac:picMkLst>
            <pc:docMk/>
            <pc:sldMk cId="706306709" sldId="273"/>
            <ac:picMk id="5" creationId="{0669A782-3AAB-ED57-92A4-DB625624A6B9}"/>
          </ac:picMkLst>
        </pc:picChg>
      </pc:sldChg>
      <pc:sldChg chg="addSp delSp modSp add replId">
        <pc:chgData name="IAN LAMARTINE LOPES IANNACCONI" userId="S::ian.iannacconi@aluno.senac.rio::1d7019b7-a4bd-42c8-aeb6-d5fd42ca0fde" providerId="AD" clId="Web-{00000000-0000-0000-0000-000000000000}" dt="2026-09-23T19:24:33.885" v="257" actId="1076"/>
        <pc:sldMkLst>
          <pc:docMk/>
          <pc:sldMk cId="3463756703" sldId="274"/>
        </pc:sldMkLst>
        <pc:picChg chg="add mod">
          <ac:chgData name="IAN LAMARTINE LOPES IANNACCONI" userId="S::ian.iannacconi@aluno.senac.rio::1d7019b7-a4bd-42c8-aeb6-d5fd42ca0fde" providerId="AD" clId="Web-{00000000-0000-0000-0000-000000000000}" dt="2026-09-23T19:24:33.885" v="257" actId="1076"/>
          <ac:picMkLst>
            <pc:docMk/>
            <pc:sldMk cId="3463756703" sldId="274"/>
            <ac:picMk id="3" creationId="{39A1BB0E-C45D-0DA1-D95A-37FBC8707B23}"/>
          </ac:picMkLst>
        </pc:picChg>
        <pc:picChg chg="del">
          <ac:chgData name="IAN LAMARTINE LOPES IANNACCONI" userId="S::ian.iannacconi@aluno.senac.rio::1d7019b7-a4bd-42c8-aeb6-d5fd42ca0fde" providerId="AD" clId="Web-{00000000-0000-0000-0000-000000000000}" dt="2026-09-23T19:21:54.244" v="242"/>
          <ac:picMkLst>
            <pc:docMk/>
            <pc:sldMk cId="3463756703" sldId="274"/>
            <ac:picMk id="4" creationId="{5B2EFA80-808C-DC1A-1DF0-099B62ACC4BF}"/>
          </ac:picMkLst>
        </pc:picChg>
        <pc:picChg chg="del">
          <ac:chgData name="IAN LAMARTINE LOPES IANNACCONI" userId="S::ian.iannacconi@aluno.senac.rio::1d7019b7-a4bd-42c8-aeb6-d5fd42ca0fde" providerId="AD" clId="Web-{00000000-0000-0000-0000-000000000000}" dt="2026-09-23T19:21:55.619" v="243"/>
          <ac:picMkLst>
            <pc:docMk/>
            <pc:sldMk cId="3463756703" sldId="274"/>
            <ac:picMk id="5" creationId="{494028DF-7141-3DE5-93D4-4312D20A7489}"/>
          </ac:picMkLst>
        </pc:picChg>
        <pc:picChg chg="add mod">
          <ac:chgData name="IAN LAMARTINE LOPES IANNACCONI" userId="S::ian.iannacconi@aluno.senac.rio::1d7019b7-a4bd-42c8-aeb6-d5fd42ca0fde" providerId="AD" clId="Web-{00000000-0000-0000-0000-000000000000}" dt="2026-09-23T19:24:31.916" v="256" actId="1076"/>
          <ac:picMkLst>
            <pc:docMk/>
            <pc:sldMk cId="3463756703" sldId="274"/>
            <ac:picMk id="6" creationId="{1196C5E0-9A05-6159-30C4-B1201FCC4A94}"/>
          </ac:picMkLst>
        </pc:picChg>
      </pc:sldChg>
      <pc:sldMasterChg chg="add del addSldLayout delSldLayout">
        <pc:chgData name="IAN LAMARTINE LOPES IANNACCONI" userId="S::ian.iannacconi@aluno.senac.rio::1d7019b7-a4bd-42c8-aeb6-d5fd42ca0fde" providerId="AD" clId="Web-{00000000-0000-0000-0000-000000000000}" dt="2026-09-21T15:21:04.970" v="10"/>
        <pc:sldMasterMkLst>
          <pc:docMk/>
          <pc:sldMasterMk cId="2675746937" sldId="2147483648"/>
        </pc:sldMasterMkLst>
        <pc:sldLayoutChg chg="add del">
          <pc:chgData name="IAN LAMARTINE LOPES IANNACCONI" userId="S::ian.iannacconi@aluno.senac.rio::1d7019b7-a4bd-42c8-aeb6-d5fd42ca0fde" providerId="AD" clId="Web-{00000000-0000-0000-0000-000000000000}" dt="2026-09-21T15:21:04.970" v="10"/>
          <pc:sldLayoutMkLst>
            <pc:docMk/>
            <pc:sldMasterMk cId="2675746937" sldId="2147483648"/>
            <pc:sldLayoutMk cId="877683876" sldId="2147483649"/>
          </pc:sldLayoutMkLst>
        </pc:sldLayoutChg>
        <pc:sldLayoutChg chg="add del">
          <pc:chgData name="IAN LAMARTINE LOPES IANNACCONI" userId="S::ian.iannacconi@aluno.senac.rio::1d7019b7-a4bd-42c8-aeb6-d5fd42ca0fde" providerId="AD" clId="Web-{00000000-0000-0000-0000-000000000000}" dt="2026-09-21T15:21:04.970" v="10"/>
          <pc:sldLayoutMkLst>
            <pc:docMk/>
            <pc:sldMasterMk cId="2675746937" sldId="2147483648"/>
            <pc:sldLayoutMk cId="314005268" sldId="2147483650"/>
          </pc:sldLayoutMkLst>
        </pc:sldLayoutChg>
        <pc:sldLayoutChg chg="add del">
          <pc:chgData name="IAN LAMARTINE LOPES IANNACCONI" userId="S::ian.iannacconi@aluno.senac.rio::1d7019b7-a4bd-42c8-aeb6-d5fd42ca0fde" providerId="AD" clId="Web-{00000000-0000-0000-0000-000000000000}" dt="2026-09-21T15:21:04.970" v="10"/>
          <pc:sldLayoutMkLst>
            <pc:docMk/>
            <pc:sldMasterMk cId="2675746937" sldId="2147483648"/>
            <pc:sldLayoutMk cId="3781375764" sldId="2147483651"/>
          </pc:sldLayoutMkLst>
        </pc:sldLayoutChg>
        <pc:sldLayoutChg chg="add del">
          <pc:chgData name="IAN LAMARTINE LOPES IANNACCONI" userId="S::ian.iannacconi@aluno.senac.rio::1d7019b7-a4bd-42c8-aeb6-d5fd42ca0fde" providerId="AD" clId="Web-{00000000-0000-0000-0000-000000000000}" dt="2026-09-21T15:21:04.970" v="10"/>
          <pc:sldLayoutMkLst>
            <pc:docMk/>
            <pc:sldMasterMk cId="2675746937" sldId="2147483648"/>
            <pc:sldLayoutMk cId="2124613824" sldId="2147483652"/>
          </pc:sldLayoutMkLst>
        </pc:sldLayoutChg>
        <pc:sldLayoutChg chg="add del">
          <pc:chgData name="IAN LAMARTINE LOPES IANNACCONI" userId="S::ian.iannacconi@aluno.senac.rio::1d7019b7-a4bd-42c8-aeb6-d5fd42ca0fde" providerId="AD" clId="Web-{00000000-0000-0000-0000-000000000000}" dt="2026-09-21T15:21:04.970" v="10"/>
          <pc:sldLayoutMkLst>
            <pc:docMk/>
            <pc:sldMasterMk cId="2675746937" sldId="2147483648"/>
            <pc:sldLayoutMk cId="3694421058" sldId="2147483653"/>
          </pc:sldLayoutMkLst>
        </pc:sldLayoutChg>
        <pc:sldLayoutChg chg="add del">
          <pc:chgData name="IAN LAMARTINE LOPES IANNACCONI" userId="S::ian.iannacconi@aluno.senac.rio::1d7019b7-a4bd-42c8-aeb6-d5fd42ca0fde" providerId="AD" clId="Web-{00000000-0000-0000-0000-000000000000}" dt="2026-09-21T15:21:04.970" v="10"/>
          <pc:sldLayoutMkLst>
            <pc:docMk/>
            <pc:sldMasterMk cId="2675746937" sldId="2147483648"/>
            <pc:sldLayoutMk cId="3108533492" sldId="2147483654"/>
          </pc:sldLayoutMkLst>
        </pc:sldLayoutChg>
        <pc:sldLayoutChg chg="add del">
          <pc:chgData name="IAN LAMARTINE LOPES IANNACCONI" userId="S::ian.iannacconi@aluno.senac.rio::1d7019b7-a4bd-42c8-aeb6-d5fd42ca0fde" providerId="AD" clId="Web-{00000000-0000-0000-0000-000000000000}" dt="2026-09-21T15:21:04.970" v="10"/>
          <pc:sldLayoutMkLst>
            <pc:docMk/>
            <pc:sldMasterMk cId="2675746937" sldId="2147483648"/>
            <pc:sldLayoutMk cId="578281579" sldId="2147483655"/>
          </pc:sldLayoutMkLst>
        </pc:sldLayoutChg>
        <pc:sldLayoutChg chg="add del">
          <pc:chgData name="IAN LAMARTINE LOPES IANNACCONI" userId="S::ian.iannacconi@aluno.senac.rio::1d7019b7-a4bd-42c8-aeb6-d5fd42ca0fde" providerId="AD" clId="Web-{00000000-0000-0000-0000-000000000000}" dt="2026-09-21T15:21:04.970" v="10"/>
          <pc:sldLayoutMkLst>
            <pc:docMk/>
            <pc:sldMasterMk cId="2675746937" sldId="2147483648"/>
            <pc:sldLayoutMk cId="2217836567" sldId="2147483656"/>
          </pc:sldLayoutMkLst>
        </pc:sldLayoutChg>
        <pc:sldLayoutChg chg="add del">
          <pc:chgData name="IAN LAMARTINE LOPES IANNACCONI" userId="S::ian.iannacconi@aluno.senac.rio::1d7019b7-a4bd-42c8-aeb6-d5fd42ca0fde" providerId="AD" clId="Web-{00000000-0000-0000-0000-000000000000}" dt="2026-09-21T15:21:04.970" v="10"/>
          <pc:sldLayoutMkLst>
            <pc:docMk/>
            <pc:sldMasterMk cId="2675746937" sldId="2147483648"/>
            <pc:sldLayoutMk cId="2245566346" sldId="2147483657"/>
          </pc:sldLayoutMkLst>
        </pc:sldLayoutChg>
        <pc:sldLayoutChg chg="add del">
          <pc:chgData name="IAN LAMARTINE LOPES IANNACCONI" userId="S::ian.iannacconi@aluno.senac.rio::1d7019b7-a4bd-42c8-aeb6-d5fd42ca0fde" providerId="AD" clId="Web-{00000000-0000-0000-0000-000000000000}" dt="2026-09-21T15:21:04.970" v="10"/>
          <pc:sldLayoutMkLst>
            <pc:docMk/>
            <pc:sldMasterMk cId="2675746937" sldId="2147483648"/>
            <pc:sldLayoutMk cId="746588027" sldId="2147483658"/>
          </pc:sldLayoutMkLst>
        </pc:sldLayoutChg>
        <pc:sldLayoutChg chg="add del">
          <pc:chgData name="IAN LAMARTINE LOPES IANNACCONI" userId="S::ian.iannacconi@aluno.senac.rio::1d7019b7-a4bd-42c8-aeb6-d5fd42ca0fde" providerId="AD" clId="Web-{00000000-0000-0000-0000-000000000000}" dt="2026-09-21T15:21:04.970" v="10"/>
          <pc:sldLayoutMkLst>
            <pc:docMk/>
            <pc:sldMasterMk cId="2675746937" sldId="2147483648"/>
            <pc:sldLayoutMk cId="1306397509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3E88D9AE-B28D-8F53-4168-F378EF9EFD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-645160" y="1117600"/>
            <a:ext cx="13492480" cy="1353312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601BFA6-FDE6-1206-7EDE-89B03791F9F7}"/>
              </a:ext>
            </a:extLst>
          </p:cNvPr>
          <p:cNvSpPr txBox="1"/>
          <p:nvPr/>
        </p:nvSpPr>
        <p:spPr>
          <a:xfrm>
            <a:off x="3261360" y="2021840"/>
            <a:ext cx="566928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600" b="1">
                <a:solidFill>
                  <a:schemeClr val="bg1"/>
                </a:solidFill>
              </a:rPr>
              <a:t>Resultados da Análise dos dados da rede </a:t>
            </a:r>
            <a:r>
              <a:rPr lang="pt-BR" sz="3600" b="1" err="1">
                <a:solidFill>
                  <a:schemeClr val="bg1"/>
                </a:solidFill>
              </a:rPr>
              <a:t>NaraHoteis</a:t>
            </a:r>
            <a:endParaRPr lang="pt-BR" sz="3600" err="1">
              <a:solidFill>
                <a:schemeClr val="bg1"/>
              </a:solidFill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169D9F1A-75D3-BB1B-FF72-FDAF774E9888}"/>
              </a:ext>
            </a:extLst>
          </p:cNvPr>
          <p:cNvCxnSpPr/>
          <p:nvPr/>
        </p:nvCxnSpPr>
        <p:spPr>
          <a:xfrm>
            <a:off x="3200400" y="1818640"/>
            <a:ext cx="5770880" cy="10160"/>
          </a:xfrm>
          <a:prstGeom prst="straightConnector1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01EF8E12-75ED-D11D-7AFB-0E067CE49A31}"/>
              </a:ext>
            </a:extLst>
          </p:cNvPr>
          <p:cNvCxnSpPr>
            <a:cxnSpLocks/>
          </p:cNvCxnSpPr>
          <p:nvPr/>
        </p:nvCxnSpPr>
        <p:spPr>
          <a:xfrm>
            <a:off x="3210560" y="3423920"/>
            <a:ext cx="5770880" cy="10160"/>
          </a:xfrm>
          <a:prstGeom prst="straightConnector1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A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324394-DF05-A621-4112-E2F103B10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77A57589-83F9-0060-DFEA-8316D9EEB69B}"/>
              </a:ext>
            </a:extLst>
          </p:cNvPr>
          <p:cNvCxnSpPr>
            <a:cxnSpLocks/>
          </p:cNvCxnSpPr>
          <p:nvPr/>
        </p:nvCxnSpPr>
        <p:spPr>
          <a:xfrm>
            <a:off x="264160" y="416560"/>
            <a:ext cx="11226800" cy="10160"/>
          </a:xfrm>
          <a:prstGeom prst="straightConnector1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Imagem 19" descr="Logotipo&#10;&#10;O conteúdo gerado por IA pode estar incorreto.">
            <a:extLst>
              <a:ext uri="{FF2B5EF4-FFF2-40B4-BE49-F238E27FC236}">
                <a16:creationId xmlns:a16="http://schemas.microsoft.com/office/drawing/2014/main" id="{91D953F0-3E55-7523-0023-E9A5E9085C8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6679" y="0"/>
            <a:ext cx="568960" cy="52832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ABA5A2F-8E38-567F-7F63-F4CABC7E5FD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6466840" y="-579120"/>
            <a:ext cx="9509760" cy="95402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5E554944-5CDD-B141-2909-1BDA304DFB88}"/>
              </a:ext>
            </a:extLst>
          </p:cNvPr>
          <p:cNvSpPr/>
          <p:nvPr/>
        </p:nvSpPr>
        <p:spPr>
          <a:xfrm>
            <a:off x="264160" y="528320"/>
            <a:ext cx="11226800" cy="6116320"/>
          </a:xfrm>
          <a:prstGeom prst="rect">
            <a:avLst/>
          </a:prstGeom>
          <a:solidFill>
            <a:srgbClr val="DBD7C8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77AEF03-AF3E-5664-491D-3D9350FF5ACA}"/>
              </a:ext>
            </a:extLst>
          </p:cNvPr>
          <p:cNvSpPr txBox="1"/>
          <p:nvPr/>
        </p:nvSpPr>
        <p:spPr>
          <a:xfrm>
            <a:off x="538480" y="60960"/>
            <a:ext cx="56489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Comportamento das diárias praticadas na rede: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0D252BC-4461-FB92-1EA9-E23F6C5FE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27" y="542127"/>
            <a:ext cx="10853424" cy="611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1160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A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57B15-927C-B947-CC05-26EBF9CF2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064CD8FB-C985-DAC9-C7DA-E87D6D9DD5B6}"/>
              </a:ext>
            </a:extLst>
          </p:cNvPr>
          <p:cNvCxnSpPr>
            <a:cxnSpLocks/>
          </p:cNvCxnSpPr>
          <p:nvPr/>
        </p:nvCxnSpPr>
        <p:spPr>
          <a:xfrm>
            <a:off x="264160" y="416560"/>
            <a:ext cx="11226800" cy="10160"/>
          </a:xfrm>
          <a:prstGeom prst="straightConnector1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Imagem 19" descr="Logotipo&#10;&#10;O conteúdo gerado por IA pode estar incorreto.">
            <a:extLst>
              <a:ext uri="{FF2B5EF4-FFF2-40B4-BE49-F238E27FC236}">
                <a16:creationId xmlns:a16="http://schemas.microsoft.com/office/drawing/2014/main" id="{7330FB0C-650B-336A-EE28-CF3B5D69248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6679" y="0"/>
            <a:ext cx="568960" cy="52832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A8210BC-30E3-A0DE-6EAB-12078D72E3F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-5660765" y="-600584"/>
            <a:ext cx="9509760" cy="95402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5D62F263-F46C-A724-CE60-9FDD73868660}"/>
              </a:ext>
            </a:extLst>
          </p:cNvPr>
          <p:cNvSpPr/>
          <p:nvPr/>
        </p:nvSpPr>
        <p:spPr>
          <a:xfrm>
            <a:off x="264160" y="528320"/>
            <a:ext cx="11226800" cy="6116320"/>
          </a:xfrm>
          <a:prstGeom prst="rect">
            <a:avLst/>
          </a:prstGeom>
          <a:solidFill>
            <a:srgbClr val="DBD7C8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E18F7CE-098C-A9A8-7B4C-9BC18440F401}"/>
              </a:ext>
            </a:extLst>
          </p:cNvPr>
          <p:cNvSpPr txBox="1"/>
          <p:nvPr/>
        </p:nvSpPr>
        <p:spPr>
          <a:xfrm>
            <a:off x="528320" y="50800"/>
            <a:ext cx="6492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Faturamento das unidades desde suas primeiras reservas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8D0A03-BA0B-D1BD-D486-B818E599B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525" y="665267"/>
            <a:ext cx="7613792" cy="582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0145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A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3286E3-734F-631F-2B85-EC402AB23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FF32792A-6A64-B646-BDD6-CAFE528219B2}"/>
              </a:ext>
            </a:extLst>
          </p:cNvPr>
          <p:cNvCxnSpPr>
            <a:cxnSpLocks/>
          </p:cNvCxnSpPr>
          <p:nvPr/>
        </p:nvCxnSpPr>
        <p:spPr>
          <a:xfrm>
            <a:off x="264160" y="416560"/>
            <a:ext cx="11226800" cy="10160"/>
          </a:xfrm>
          <a:prstGeom prst="straightConnector1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Imagem 19" descr="Logotipo&#10;&#10;O conteúdo gerado por IA pode estar incorreto.">
            <a:extLst>
              <a:ext uri="{FF2B5EF4-FFF2-40B4-BE49-F238E27FC236}">
                <a16:creationId xmlns:a16="http://schemas.microsoft.com/office/drawing/2014/main" id="{1FF24FA8-B69F-3A19-D1A9-484EF97C4E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6679" y="0"/>
            <a:ext cx="568960" cy="52832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F364CB4A-11A8-B4F3-4C91-A3426FE013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6466840" y="-579120"/>
            <a:ext cx="9509760" cy="95402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507B4A4C-4A81-8141-7F7C-7F640E142848}"/>
              </a:ext>
            </a:extLst>
          </p:cNvPr>
          <p:cNvSpPr/>
          <p:nvPr/>
        </p:nvSpPr>
        <p:spPr>
          <a:xfrm>
            <a:off x="264160" y="528320"/>
            <a:ext cx="11226800" cy="6116320"/>
          </a:xfrm>
          <a:prstGeom prst="rect">
            <a:avLst/>
          </a:prstGeom>
          <a:solidFill>
            <a:srgbClr val="DBD7C8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B3BC67E-A210-915F-51ED-3AB42564922D}"/>
              </a:ext>
            </a:extLst>
          </p:cNvPr>
          <p:cNvSpPr txBox="1"/>
          <p:nvPr/>
        </p:nvSpPr>
        <p:spPr>
          <a:xfrm>
            <a:off x="528320" y="50800"/>
            <a:ext cx="6492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Faturamento das unidades desde suas primeiras reservas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9901BC7-429C-67F7-C749-FCFE20F8B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60" y="526529"/>
            <a:ext cx="11226800" cy="6119902"/>
          </a:xfrm>
          <a:prstGeom prst="rect">
            <a:avLst/>
          </a:prstGeom>
        </p:spPr>
      </p:pic>
      <p:pic>
        <p:nvPicPr>
          <p:cNvPr id="4" name="Imagem 3" descr="mapa-nordeste.png">
            <a:extLst>
              <a:ext uri="{FF2B5EF4-FFF2-40B4-BE49-F238E27FC236}">
                <a16:creationId xmlns:a16="http://schemas.microsoft.com/office/drawing/2014/main" id="{C288670A-08A6-A122-FEA3-1178BDAB70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467" y="1094122"/>
            <a:ext cx="989598" cy="124075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161799226"/>
      </p:ext>
    </p:extLst>
  </p:cSld>
  <p:clrMapOvr>
    <a:masterClrMapping/>
  </p:clrMapOvr>
  <p:transition spd="slow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A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EA439E-3D33-2993-D6EA-62B90435C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DD6C2E11-B382-6768-73FB-97C36A9A745F}"/>
              </a:ext>
            </a:extLst>
          </p:cNvPr>
          <p:cNvCxnSpPr>
            <a:cxnSpLocks/>
          </p:cNvCxnSpPr>
          <p:nvPr/>
        </p:nvCxnSpPr>
        <p:spPr>
          <a:xfrm>
            <a:off x="264160" y="416560"/>
            <a:ext cx="11226800" cy="10160"/>
          </a:xfrm>
          <a:prstGeom prst="straightConnector1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Imagem 19" descr="Logotipo&#10;&#10;O conteúdo gerado por IA pode estar incorreto.">
            <a:extLst>
              <a:ext uri="{FF2B5EF4-FFF2-40B4-BE49-F238E27FC236}">
                <a16:creationId xmlns:a16="http://schemas.microsoft.com/office/drawing/2014/main" id="{D6F16649-BE13-EB61-8087-2A83ECB6D6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6679" y="0"/>
            <a:ext cx="568960" cy="52832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54F2F51-7E50-49EA-63F2-979FEE1BD2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6466840" y="-579120"/>
            <a:ext cx="9509760" cy="95402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20C3285-14D1-9399-1494-52A1CBBF2AC1}"/>
              </a:ext>
            </a:extLst>
          </p:cNvPr>
          <p:cNvSpPr/>
          <p:nvPr/>
        </p:nvSpPr>
        <p:spPr>
          <a:xfrm>
            <a:off x="264160" y="528320"/>
            <a:ext cx="11226800" cy="6116320"/>
          </a:xfrm>
          <a:prstGeom prst="rect">
            <a:avLst/>
          </a:prstGeom>
          <a:solidFill>
            <a:srgbClr val="DBD7C8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17ABD91-04FF-44A6-332E-3D86320BE381}"/>
              </a:ext>
            </a:extLst>
          </p:cNvPr>
          <p:cNvSpPr txBox="1"/>
          <p:nvPr/>
        </p:nvSpPr>
        <p:spPr>
          <a:xfrm>
            <a:off x="538480" y="60960"/>
            <a:ext cx="56489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Overbooking problemático: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EB79C1B-1FE1-1474-613D-17D3F421D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60" y="526529"/>
            <a:ext cx="11226800" cy="611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461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A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1502E8-A2D6-9F37-25D7-5AC874965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047C45CF-7CB1-5A3A-679E-1A219CE4D938}"/>
              </a:ext>
            </a:extLst>
          </p:cNvPr>
          <p:cNvCxnSpPr>
            <a:cxnSpLocks/>
          </p:cNvCxnSpPr>
          <p:nvPr/>
        </p:nvCxnSpPr>
        <p:spPr>
          <a:xfrm>
            <a:off x="264160" y="416560"/>
            <a:ext cx="11226800" cy="10160"/>
          </a:xfrm>
          <a:prstGeom prst="straightConnector1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Imagem 19" descr="Logotipo&#10;&#10;O conteúdo gerado por IA pode estar incorreto.">
            <a:extLst>
              <a:ext uri="{FF2B5EF4-FFF2-40B4-BE49-F238E27FC236}">
                <a16:creationId xmlns:a16="http://schemas.microsoft.com/office/drawing/2014/main" id="{B117F807-4E46-53D5-AEEC-B4A8D25E49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6679" y="0"/>
            <a:ext cx="568960" cy="52832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0F93F6F-FD0C-76AC-CA79-F710C5B0DC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6466840" y="-579120"/>
            <a:ext cx="9509760" cy="95402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AE83423-346D-3E47-4C0F-10690A5AE954}"/>
              </a:ext>
            </a:extLst>
          </p:cNvPr>
          <p:cNvSpPr/>
          <p:nvPr/>
        </p:nvSpPr>
        <p:spPr>
          <a:xfrm>
            <a:off x="264160" y="528320"/>
            <a:ext cx="11226800" cy="6116320"/>
          </a:xfrm>
          <a:prstGeom prst="rect">
            <a:avLst/>
          </a:prstGeom>
          <a:solidFill>
            <a:srgbClr val="DBD7C8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D9FF776-22F0-C9C8-0C10-8A675D3828DE}"/>
              </a:ext>
            </a:extLst>
          </p:cNvPr>
          <p:cNvSpPr txBox="1"/>
          <p:nvPr/>
        </p:nvSpPr>
        <p:spPr>
          <a:xfrm>
            <a:off x="528320" y="50800"/>
            <a:ext cx="6492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Dados atípicos e outras informações acerca do faturamento: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2EACFA7-F3EB-111E-B84A-BAFEDC8F9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27" y="525887"/>
            <a:ext cx="10821651" cy="611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13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A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2D317F-7F3D-F130-AEEF-2B54FB3DA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0EE9937B-2057-81D5-42B0-EFD6B10CCA52}"/>
              </a:ext>
            </a:extLst>
          </p:cNvPr>
          <p:cNvCxnSpPr>
            <a:cxnSpLocks/>
          </p:cNvCxnSpPr>
          <p:nvPr/>
        </p:nvCxnSpPr>
        <p:spPr>
          <a:xfrm>
            <a:off x="264160" y="416560"/>
            <a:ext cx="11226800" cy="10160"/>
          </a:xfrm>
          <a:prstGeom prst="straightConnector1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Imagem 19" descr="Logotipo&#10;&#10;O conteúdo gerado por IA pode estar incorreto.">
            <a:extLst>
              <a:ext uri="{FF2B5EF4-FFF2-40B4-BE49-F238E27FC236}">
                <a16:creationId xmlns:a16="http://schemas.microsoft.com/office/drawing/2014/main" id="{DF3AE4A2-B29A-8958-DC51-FFEE5DE41C4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6679" y="0"/>
            <a:ext cx="568960" cy="52832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BD1D413-34E5-537A-2DF0-20E6D76DBA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6466840" y="-579120"/>
            <a:ext cx="9509760" cy="95402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A2C5D6F5-EFE9-A824-5AC7-E11DD2F01FC8}"/>
              </a:ext>
            </a:extLst>
          </p:cNvPr>
          <p:cNvSpPr/>
          <p:nvPr/>
        </p:nvSpPr>
        <p:spPr>
          <a:xfrm>
            <a:off x="264160" y="528320"/>
            <a:ext cx="11226800" cy="6116320"/>
          </a:xfrm>
          <a:prstGeom prst="rect">
            <a:avLst/>
          </a:prstGeom>
          <a:solidFill>
            <a:srgbClr val="DBD7C8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704ED2E-149D-13D7-692D-71973A836BD7}"/>
              </a:ext>
            </a:extLst>
          </p:cNvPr>
          <p:cNvSpPr txBox="1"/>
          <p:nvPr/>
        </p:nvSpPr>
        <p:spPr>
          <a:xfrm>
            <a:off x="528320" y="50800"/>
            <a:ext cx="6492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err="1">
                <a:solidFill>
                  <a:schemeClr val="bg1"/>
                </a:solidFill>
              </a:rPr>
              <a:t>RevPAR</a:t>
            </a:r>
            <a:r>
              <a:rPr lang="pt-BR" b="1">
                <a:solidFill>
                  <a:schemeClr val="bg1"/>
                </a:solidFill>
              </a:rPr>
              <a:t> x Avaliações: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136C2FD-13AA-8705-6834-AC3D87CA0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27" y="525888"/>
            <a:ext cx="11231451" cy="611746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AC7098F-6738-5229-F3EE-9346B23ECF9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0"/>
          </a:blip>
          <a:stretch>
            <a:fillRect/>
          </a:stretch>
        </p:blipFill>
        <p:spPr>
          <a:xfrm>
            <a:off x="262945" y="1027628"/>
            <a:ext cx="11236815" cy="510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37470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A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8D3102-0A15-3FD2-C25B-15BB10410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6DEA78F6-D229-EDFC-98B4-F141EF36FA09}"/>
              </a:ext>
            </a:extLst>
          </p:cNvPr>
          <p:cNvCxnSpPr>
            <a:cxnSpLocks/>
          </p:cNvCxnSpPr>
          <p:nvPr/>
        </p:nvCxnSpPr>
        <p:spPr>
          <a:xfrm>
            <a:off x="264160" y="416560"/>
            <a:ext cx="11226800" cy="10160"/>
          </a:xfrm>
          <a:prstGeom prst="straightConnector1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Imagem 19" descr="Logotipo&#10;&#10;O conteúdo gerado por IA pode estar incorreto.">
            <a:extLst>
              <a:ext uri="{FF2B5EF4-FFF2-40B4-BE49-F238E27FC236}">
                <a16:creationId xmlns:a16="http://schemas.microsoft.com/office/drawing/2014/main" id="{821FF782-808A-8ED4-5676-9745CA8322A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6679" y="0"/>
            <a:ext cx="568960" cy="52832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35E7489-FD1F-7CA2-0C45-709DD02647F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6466840" y="-579120"/>
            <a:ext cx="9509760" cy="95402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1315A5E1-B9DE-966D-B209-99AC213CAAAF}"/>
              </a:ext>
            </a:extLst>
          </p:cNvPr>
          <p:cNvSpPr/>
          <p:nvPr/>
        </p:nvSpPr>
        <p:spPr>
          <a:xfrm>
            <a:off x="264160" y="528320"/>
            <a:ext cx="11226800" cy="6116320"/>
          </a:xfrm>
          <a:prstGeom prst="rect">
            <a:avLst/>
          </a:prstGeom>
          <a:solidFill>
            <a:srgbClr val="DBD7C8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E3F43CF-5488-D4ED-4C7D-15654C6666AD}"/>
              </a:ext>
            </a:extLst>
          </p:cNvPr>
          <p:cNvSpPr txBox="1"/>
          <p:nvPr/>
        </p:nvSpPr>
        <p:spPr>
          <a:xfrm>
            <a:off x="528320" y="50800"/>
            <a:ext cx="6492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err="1">
                <a:solidFill>
                  <a:schemeClr val="bg1"/>
                </a:solidFill>
              </a:rPr>
              <a:t>RevPAR</a:t>
            </a:r>
            <a:r>
              <a:rPr lang="pt-BR" b="1">
                <a:solidFill>
                  <a:schemeClr val="bg1"/>
                </a:solidFill>
              </a:rPr>
              <a:t> x Avaliações: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CA93887-A2A4-5424-55BC-93449C5FB94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0"/>
          </a:blip>
          <a:stretch>
            <a:fillRect/>
          </a:stretch>
        </p:blipFill>
        <p:spPr>
          <a:xfrm>
            <a:off x="265627" y="525888"/>
            <a:ext cx="11231451" cy="611746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129E3C2-7EDA-35B0-A266-F2565CA926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945" y="1027628"/>
            <a:ext cx="11236815" cy="510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5624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A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92DC20-9070-04F6-309D-33632C2F8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FE6BAE6B-8007-1249-0E54-C0465AB75749}"/>
              </a:ext>
            </a:extLst>
          </p:cNvPr>
          <p:cNvCxnSpPr>
            <a:cxnSpLocks/>
          </p:cNvCxnSpPr>
          <p:nvPr/>
        </p:nvCxnSpPr>
        <p:spPr>
          <a:xfrm>
            <a:off x="264160" y="416560"/>
            <a:ext cx="11226800" cy="10160"/>
          </a:xfrm>
          <a:prstGeom prst="straightConnector1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Imagem 19" descr="Logotipo&#10;&#10;O conteúdo gerado por IA pode estar incorreto.">
            <a:extLst>
              <a:ext uri="{FF2B5EF4-FFF2-40B4-BE49-F238E27FC236}">
                <a16:creationId xmlns:a16="http://schemas.microsoft.com/office/drawing/2014/main" id="{4FE6687D-B9DF-2E0B-B570-2D4BD7A3EAD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6679" y="0"/>
            <a:ext cx="568960" cy="52832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61CC7FC-9CB9-CA3A-0A32-07D15CE5E08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6466840" y="-579120"/>
            <a:ext cx="9509760" cy="95402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E0B4E496-D800-A2B0-B1CA-3FA59FA0F93E}"/>
              </a:ext>
            </a:extLst>
          </p:cNvPr>
          <p:cNvSpPr/>
          <p:nvPr/>
        </p:nvSpPr>
        <p:spPr>
          <a:xfrm>
            <a:off x="264160" y="528320"/>
            <a:ext cx="11226800" cy="6116320"/>
          </a:xfrm>
          <a:prstGeom prst="rect">
            <a:avLst/>
          </a:prstGeom>
          <a:solidFill>
            <a:srgbClr val="DBD7C8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B6BDBDB-1D9A-F432-4566-1DF53028AB6B}"/>
              </a:ext>
            </a:extLst>
          </p:cNvPr>
          <p:cNvSpPr txBox="1"/>
          <p:nvPr/>
        </p:nvSpPr>
        <p:spPr>
          <a:xfrm>
            <a:off x="528320" y="50800"/>
            <a:ext cx="6492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err="1">
                <a:solidFill>
                  <a:schemeClr val="bg1"/>
                </a:solidFill>
              </a:rPr>
              <a:t>RevPAR</a:t>
            </a:r>
            <a:r>
              <a:rPr lang="pt-BR" b="1">
                <a:solidFill>
                  <a:schemeClr val="bg1"/>
                </a:solidFill>
              </a:rPr>
              <a:t> x Avaliações (1° Semestre de 26):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77B73BE-699C-B8C8-11A5-BEC7AC195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26" y="524303"/>
            <a:ext cx="11233738" cy="611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67592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A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9CDAD-1A8B-FFCA-FABA-FE5599CEC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6F963D7F-E1DD-653F-81F6-4884311F8FDC}"/>
              </a:ext>
            </a:extLst>
          </p:cNvPr>
          <p:cNvCxnSpPr>
            <a:cxnSpLocks/>
          </p:cNvCxnSpPr>
          <p:nvPr/>
        </p:nvCxnSpPr>
        <p:spPr>
          <a:xfrm>
            <a:off x="264160" y="416560"/>
            <a:ext cx="11226800" cy="10160"/>
          </a:xfrm>
          <a:prstGeom prst="straightConnector1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Imagem 19" descr="Logotipo&#10;&#10;O conteúdo gerado por IA pode estar incorreto.">
            <a:extLst>
              <a:ext uri="{FF2B5EF4-FFF2-40B4-BE49-F238E27FC236}">
                <a16:creationId xmlns:a16="http://schemas.microsoft.com/office/drawing/2014/main" id="{45537B98-0684-CAE9-F6D4-EDB31400309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6679" y="0"/>
            <a:ext cx="568960" cy="52832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E8EF19F-DED7-0122-AB81-995DD3F7286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6466840" y="-579120"/>
            <a:ext cx="9509760" cy="95402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551A0157-5B79-C0BC-775E-BB5CA77D44E9}"/>
              </a:ext>
            </a:extLst>
          </p:cNvPr>
          <p:cNvSpPr/>
          <p:nvPr/>
        </p:nvSpPr>
        <p:spPr>
          <a:xfrm>
            <a:off x="264160" y="528320"/>
            <a:ext cx="11226800" cy="6116320"/>
          </a:xfrm>
          <a:prstGeom prst="rect">
            <a:avLst/>
          </a:prstGeom>
          <a:solidFill>
            <a:srgbClr val="DBD7C8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65B89B0-47DC-4382-5C02-00594645BA50}"/>
              </a:ext>
            </a:extLst>
          </p:cNvPr>
          <p:cNvSpPr txBox="1"/>
          <p:nvPr/>
        </p:nvSpPr>
        <p:spPr>
          <a:xfrm>
            <a:off x="528320" y="50800"/>
            <a:ext cx="6492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err="1">
                <a:solidFill>
                  <a:schemeClr val="bg1"/>
                </a:solidFill>
              </a:rPr>
              <a:t>RevPAR</a:t>
            </a:r>
            <a:r>
              <a:rPr lang="pt-BR" b="1">
                <a:solidFill>
                  <a:schemeClr val="bg1"/>
                </a:solidFill>
              </a:rPr>
              <a:t> x Avaliações (1° Semestre de 26):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D080075-1116-B9F4-87C0-735B31866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28" y="1031962"/>
            <a:ext cx="11230132" cy="511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2222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A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FB408E-2AC7-A0A3-4960-3AA384B76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5E935036-A7EC-66D3-9554-BB33F825D1A3}"/>
              </a:ext>
            </a:extLst>
          </p:cNvPr>
          <p:cNvCxnSpPr>
            <a:cxnSpLocks/>
          </p:cNvCxnSpPr>
          <p:nvPr/>
        </p:nvCxnSpPr>
        <p:spPr>
          <a:xfrm>
            <a:off x="264160" y="416560"/>
            <a:ext cx="11226800" cy="10160"/>
          </a:xfrm>
          <a:prstGeom prst="straightConnector1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Imagem 19" descr="Logotipo&#10;&#10;O conteúdo gerado por IA pode estar incorreto.">
            <a:extLst>
              <a:ext uri="{FF2B5EF4-FFF2-40B4-BE49-F238E27FC236}">
                <a16:creationId xmlns:a16="http://schemas.microsoft.com/office/drawing/2014/main" id="{65D58236-E900-E824-5E8D-5D56BE19D7A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6679" y="0"/>
            <a:ext cx="568960" cy="52832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42A1FA5-DDC0-A0C0-50CB-3D1FD34BB43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6466840" y="-579120"/>
            <a:ext cx="9509760" cy="95402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AF238A0-9756-6847-FAA1-0EA22CA53265}"/>
              </a:ext>
            </a:extLst>
          </p:cNvPr>
          <p:cNvSpPr/>
          <p:nvPr/>
        </p:nvSpPr>
        <p:spPr>
          <a:xfrm>
            <a:off x="264160" y="528320"/>
            <a:ext cx="11226800" cy="6116320"/>
          </a:xfrm>
          <a:prstGeom prst="rect">
            <a:avLst/>
          </a:prstGeom>
          <a:solidFill>
            <a:srgbClr val="DBD7C8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5BBD6E9-0A58-5A3B-CF15-3FA2F86B39E3}"/>
              </a:ext>
            </a:extLst>
          </p:cNvPr>
          <p:cNvSpPr txBox="1"/>
          <p:nvPr/>
        </p:nvSpPr>
        <p:spPr>
          <a:xfrm>
            <a:off x="538480" y="60960"/>
            <a:ext cx="56489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Correlação entre </a:t>
            </a:r>
            <a:r>
              <a:rPr lang="pt-BR" b="1" err="1">
                <a:solidFill>
                  <a:schemeClr val="bg1"/>
                </a:solidFill>
              </a:rPr>
              <a:t>RevPAR</a:t>
            </a:r>
            <a:r>
              <a:rPr lang="pt-BR" b="1">
                <a:solidFill>
                  <a:schemeClr val="bg1"/>
                </a:solidFill>
              </a:rPr>
              <a:t> e avaliação média: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ADD330A-F2F6-B9C9-B80C-3937B3738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84" y="876199"/>
            <a:ext cx="11229474" cy="54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976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A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7F1688-AE7C-8A3F-6C0F-68282E683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88BC2B5E-1095-B1BC-C39F-7107EE12DB5A}"/>
              </a:ext>
            </a:extLst>
          </p:cNvPr>
          <p:cNvCxnSpPr>
            <a:cxnSpLocks/>
          </p:cNvCxnSpPr>
          <p:nvPr/>
        </p:nvCxnSpPr>
        <p:spPr>
          <a:xfrm>
            <a:off x="264160" y="416560"/>
            <a:ext cx="11226800" cy="10160"/>
          </a:xfrm>
          <a:prstGeom prst="straightConnector1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Imagem 19" descr="Logotipo&#10;&#10;O conteúdo gerado por IA pode estar incorreto.">
            <a:extLst>
              <a:ext uri="{FF2B5EF4-FFF2-40B4-BE49-F238E27FC236}">
                <a16:creationId xmlns:a16="http://schemas.microsoft.com/office/drawing/2014/main" id="{5E63601C-44DC-3BD8-07AE-16BE67491F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6679" y="0"/>
            <a:ext cx="568960" cy="52832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1B66859-AFF4-7CCD-E55C-40A0C75D93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6466840" y="-579120"/>
            <a:ext cx="9509760" cy="95402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20F81DCF-5342-16BE-7073-6D71D677DF20}"/>
              </a:ext>
            </a:extLst>
          </p:cNvPr>
          <p:cNvSpPr/>
          <p:nvPr/>
        </p:nvSpPr>
        <p:spPr>
          <a:xfrm>
            <a:off x="264160" y="528320"/>
            <a:ext cx="11226800" cy="6116320"/>
          </a:xfrm>
          <a:prstGeom prst="rect">
            <a:avLst/>
          </a:prstGeom>
          <a:solidFill>
            <a:srgbClr val="DBD7C8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B27D6A6-1E7B-2018-6008-CCD99F036FB5}"/>
              </a:ext>
            </a:extLst>
          </p:cNvPr>
          <p:cNvSpPr txBox="1"/>
          <p:nvPr/>
        </p:nvSpPr>
        <p:spPr>
          <a:xfrm>
            <a:off x="538480" y="803"/>
            <a:ext cx="75439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Correlação entre </a:t>
            </a:r>
            <a:r>
              <a:rPr lang="pt-BR" b="1" err="1">
                <a:solidFill>
                  <a:schemeClr val="bg1"/>
                </a:solidFill>
              </a:rPr>
              <a:t>RevPAR</a:t>
            </a:r>
            <a:r>
              <a:rPr lang="pt-BR" b="1">
                <a:solidFill>
                  <a:schemeClr val="bg1"/>
                </a:solidFill>
              </a:rPr>
              <a:t> e avaliação média (1° Semestre de 26):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C490238-8DE6-DD88-538F-6B534BD23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84" y="906278"/>
            <a:ext cx="11229474" cy="527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469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A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FF4A56-25CD-7DBA-33D2-C3269A7F1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A95033AE-6F39-57B4-B014-C38EC23C8186}"/>
              </a:ext>
            </a:extLst>
          </p:cNvPr>
          <p:cNvCxnSpPr>
            <a:cxnSpLocks/>
          </p:cNvCxnSpPr>
          <p:nvPr/>
        </p:nvCxnSpPr>
        <p:spPr>
          <a:xfrm>
            <a:off x="264160" y="416560"/>
            <a:ext cx="11226800" cy="10160"/>
          </a:xfrm>
          <a:prstGeom prst="straightConnector1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Imagem 19" descr="Logotipo&#10;&#10;O conteúdo gerado por IA pode estar incorreto.">
            <a:extLst>
              <a:ext uri="{FF2B5EF4-FFF2-40B4-BE49-F238E27FC236}">
                <a16:creationId xmlns:a16="http://schemas.microsoft.com/office/drawing/2014/main" id="{440C4436-6641-0D24-D842-12BB311674E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6679" y="0"/>
            <a:ext cx="568960" cy="52832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11E85F7-67B0-3378-F329-8C36947999D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6466840" y="-579120"/>
            <a:ext cx="9509760" cy="95402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3F3E0292-75E2-995C-379E-B755DF5E83B0}"/>
              </a:ext>
            </a:extLst>
          </p:cNvPr>
          <p:cNvSpPr/>
          <p:nvPr/>
        </p:nvSpPr>
        <p:spPr>
          <a:xfrm>
            <a:off x="264160" y="528320"/>
            <a:ext cx="11226800" cy="6116320"/>
          </a:xfrm>
          <a:prstGeom prst="rect">
            <a:avLst/>
          </a:prstGeom>
          <a:solidFill>
            <a:srgbClr val="DBD7C8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C45ACDA-11BF-7C87-8555-9F23B413DC85}"/>
              </a:ext>
            </a:extLst>
          </p:cNvPr>
          <p:cNvSpPr txBox="1"/>
          <p:nvPr/>
        </p:nvSpPr>
        <p:spPr>
          <a:xfrm>
            <a:off x="538480" y="803"/>
            <a:ext cx="75439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Região com maior variabilidade de faturamento:</a:t>
            </a:r>
            <a:endParaRPr lang="pt-BR">
              <a:solidFill>
                <a:schemeClr val="bg1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74873D6-BE0C-E2F7-61AB-EEF11A622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84" y="940586"/>
            <a:ext cx="11229474" cy="529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1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A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11BF5D-D024-BB1D-2D72-5C22CA1BA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CA18E945-35B7-50D1-C60E-B1EDA4E2AE64}"/>
              </a:ext>
            </a:extLst>
          </p:cNvPr>
          <p:cNvCxnSpPr>
            <a:cxnSpLocks/>
          </p:cNvCxnSpPr>
          <p:nvPr/>
        </p:nvCxnSpPr>
        <p:spPr>
          <a:xfrm>
            <a:off x="264160" y="416560"/>
            <a:ext cx="11226800" cy="10160"/>
          </a:xfrm>
          <a:prstGeom prst="straightConnector1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Imagem 19" descr="Logotipo&#10;&#10;O conteúdo gerado por IA pode estar incorreto.">
            <a:extLst>
              <a:ext uri="{FF2B5EF4-FFF2-40B4-BE49-F238E27FC236}">
                <a16:creationId xmlns:a16="http://schemas.microsoft.com/office/drawing/2014/main" id="{8E81FA54-7771-87C9-B5E9-8491EBF20E2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6679" y="0"/>
            <a:ext cx="568960" cy="52832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A4B4F02-916B-F282-ED9E-5138310D4AE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6466840" y="-579120"/>
            <a:ext cx="9509760" cy="95402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0A3759F-B4C7-4AFF-F15A-BDC9957BBB4E}"/>
              </a:ext>
            </a:extLst>
          </p:cNvPr>
          <p:cNvSpPr/>
          <p:nvPr/>
        </p:nvSpPr>
        <p:spPr>
          <a:xfrm>
            <a:off x="264160" y="528320"/>
            <a:ext cx="11226800" cy="6116320"/>
          </a:xfrm>
          <a:prstGeom prst="rect">
            <a:avLst/>
          </a:prstGeom>
          <a:solidFill>
            <a:srgbClr val="DBD7C8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157DE58-3BF6-AB55-011B-16D9A603DD99}"/>
              </a:ext>
            </a:extLst>
          </p:cNvPr>
          <p:cNvSpPr txBox="1"/>
          <p:nvPr/>
        </p:nvSpPr>
        <p:spPr>
          <a:xfrm>
            <a:off x="538480" y="803"/>
            <a:ext cx="75439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Primeiro semestre de 2025 X 2026:</a:t>
            </a:r>
            <a:endParaRPr lang="pt-BR">
              <a:solidFill>
                <a:schemeClr val="bg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A4EEEFB-8CF1-D5E6-244D-C2AFE64BC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84" y="530513"/>
            <a:ext cx="11229474" cy="611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713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A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D6E05D-044A-12DC-AA8F-487A02181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AB36F247-98C6-1324-B5A1-36BA49E2D471}"/>
              </a:ext>
            </a:extLst>
          </p:cNvPr>
          <p:cNvCxnSpPr>
            <a:cxnSpLocks/>
          </p:cNvCxnSpPr>
          <p:nvPr/>
        </p:nvCxnSpPr>
        <p:spPr>
          <a:xfrm>
            <a:off x="264160" y="416560"/>
            <a:ext cx="11226800" cy="10160"/>
          </a:xfrm>
          <a:prstGeom prst="straightConnector1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Imagem 19" descr="Logotipo&#10;&#10;O conteúdo gerado por IA pode estar incorreto.">
            <a:extLst>
              <a:ext uri="{FF2B5EF4-FFF2-40B4-BE49-F238E27FC236}">
                <a16:creationId xmlns:a16="http://schemas.microsoft.com/office/drawing/2014/main" id="{50D68B96-CA28-15CB-82F2-72C3021AC2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6679" y="0"/>
            <a:ext cx="568960" cy="52832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EE558BF-CC3D-DD6F-E07F-689ACB665FF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6466840" y="-579120"/>
            <a:ext cx="9509760" cy="95402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0996C92-041A-EC0C-63AC-CF359788D382}"/>
              </a:ext>
            </a:extLst>
          </p:cNvPr>
          <p:cNvSpPr/>
          <p:nvPr/>
        </p:nvSpPr>
        <p:spPr>
          <a:xfrm>
            <a:off x="264160" y="528320"/>
            <a:ext cx="11226800" cy="6116320"/>
          </a:xfrm>
          <a:prstGeom prst="rect">
            <a:avLst/>
          </a:prstGeom>
          <a:solidFill>
            <a:srgbClr val="DBD7C8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2365F7D-CA03-634D-373F-90F01F5B225F}"/>
              </a:ext>
            </a:extLst>
          </p:cNvPr>
          <p:cNvSpPr txBox="1"/>
          <p:nvPr/>
        </p:nvSpPr>
        <p:spPr>
          <a:xfrm>
            <a:off x="538480" y="803"/>
            <a:ext cx="75439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Unidade problemática análise: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95195-CE04-6F58-F35C-27F6B128D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85" y="1257935"/>
            <a:ext cx="5462270" cy="40779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69A782-3AAB-ED57-92A4-DB625624A6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445" y="1257935"/>
            <a:ext cx="5772150" cy="407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306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A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A5D2EC-2DE5-0029-DA70-ABAA626E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83904B71-8892-22F1-AF05-F7C0B4D97318}"/>
              </a:ext>
            </a:extLst>
          </p:cNvPr>
          <p:cNvCxnSpPr>
            <a:cxnSpLocks/>
          </p:cNvCxnSpPr>
          <p:nvPr/>
        </p:nvCxnSpPr>
        <p:spPr>
          <a:xfrm>
            <a:off x="264160" y="416560"/>
            <a:ext cx="11226800" cy="10160"/>
          </a:xfrm>
          <a:prstGeom prst="straightConnector1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Imagem 19" descr="Logotipo&#10;&#10;O conteúdo gerado por IA pode estar incorreto.">
            <a:extLst>
              <a:ext uri="{FF2B5EF4-FFF2-40B4-BE49-F238E27FC236}">
                <a16:creationId xmlns:a16="http://schemas.microsoft.com/office/drawing/2014/main" id="{190C86C6-D1C5-0B02-3ECD-1D2A4D469C1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6679" y="0"/>
            <a:ext cx="568960" cy="52832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031B8DE-6BC9-DAE8-27A6-D057AF2B87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6466840" y="-579120"/>
            <a:ext cx="9509760" cy="95402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D740607-ACB2-1C48-BFFE-376E38547B20}"/>
              </a:ext>
            </a:extLst>
          </p:cNvPr>
          <p:cNvSpPr/>
          <p:nvPr/>
        </p:nvSpPr>
        <p:spPr>
          <a:xfrm>
            <a:off x="264160" y="528320"/>
            <a:ext cx="11226800" cy="6116320"/>
          </a:xfrm>
          <a:prstGeom prst="rect">
            <a:avLst/>
          </a:prstGeom>
          <a:solidFill>
            <a:srgbClr val="DBD7C8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46C4D9E-E080-3836-3BA0-20489E426485}"/>
              </a:ext>
            </a:extLst>
          </p:cNvPr>
          <p:cNvSpPr txBox="1"/>
          <p:nvPr/>
        </p:nvSpPr>
        <p:spPr>
          <a:xfrm>
            <a:off x="538480" y="803"/>
            <a:ext cx="75439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Unidade problemática análise: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7AB7CF5-E5A1-1A2D-FE07-A29CE7628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25" y="1095375"/>
            <a:ext cx="942975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026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A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271995-88F7-B712-41A2-758D37453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3AC5AFFA-DCD0-ECC1-EDE9-F1FF9A6B9F45}"/>
              </a:ext>
            </a:extLst>
          </p:cNvPr>
          <p:cNvCxnSpPr>
            <a:cxnSpLocks/>
          </p:cNvCxnSpPr>
          <p:nvPr/>
        </p:nvCxnSpPr>
        <p:spPr>
          <a:xfrm>
            <a:off x="264160" y="416560"/>
            <a:ext cx="11226800" cy="10160"/>
          </a:xfrm>
          <a:prstGeom prst="straightConnector1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Imagem 19" descr="Logotipo&#10;&#10;O conteúdo gerado por IA pode estar incorreto.">
            <a:extLst>
              <a:ext uri="{FF2B5EF4-FFF2-40B4-BE49-F238E27FC236}">
                <a16:creationId xmlns:a16="http://schemas.microsoft.com/office/drawing/2014/main" id="{825CBB6E-0B75-32DE-B323-1B76DC9400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6679" y="0"/>
            <a:ext cx="568960" cy="52832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0B1C335-5588-19AC-D7D5-740E4D278D1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6466840" y="-579120"/>
            <a:ext cx="9509760" cy="95402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B8F73DC-0BE6-A10E-82D7-C6518AFE719A}"/>
              </a:ext>
            </a:extLst>
          </p:cNvPr>
          <p:cNvSpPr/>
          <p:nvPr/>
        </p:nvSpPr>
        <p:spPr>
          <a:xfrm>
            <a:off x="264160" y="528320"/>
            <a:ext cx="11226800" cy="6116320"/>
          </a:xfrm>
          <a:prstGeom prst="rect">
            <a:avLst/>
          </a:prstGeom>
          <a:solidFill>
            <a:srgbClr val="DBD7C8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E8FE544-8659-980B-2836-5B8F73A47675}"/>
              </a:ext>
            </a:extLst>
          </p:cNvPr>
          <p:cNvSpPr txBox="1"/>
          <p:nvPr/>
        </p:nvSpPr>
        <p:spPr>
          <a:xfrm>
            <a:off x="538480" y="803"/>
            <a:ext cx="75439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Unidade problemática análise: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A1BB0E-C45D-0DA1-D95A-37FBC8707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765" y="1247775"/>
            <a:ext cx="5751830" cy="43827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96C5E0-9A05-6159-30C4-B1201FCC4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985" y="1247775"/>
            <a:ext cx="5482590" cy="438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756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A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A5F2F4-DCFB-D7D7-DFB1-A592918C1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6676545C-8423-7402-A32D-3BCDB80A9C9A}"/>
              </a:ext>
            </a:extLst>
          </p:cNvPr>
          <p:cNvCxnSpPr>
            <a:cxnSpLocks/>
          </p:cNvCxnSpPr>
          <p:nvPr/>
        </p:nvCxnSpPr>
        <p:spPr>
          <a:xfrm>
            <a:off x="264160" y="416560"/>
            <a:ext cx="11226800" cy="10160"/>
          </a:xfrm>
          <a:prstGeom prst="straightConnector1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Imagem 19" descr="Logotipo&#10;&#10;O conteúdo gerado por IA pode estar incorreto.">
            <a:extLst>
              <a:ext uri="{FF2B5EF4-FFF2-40B4-BE49-F238E27FC236}">
                <a16:creationId xmlns:a16="http://schemas.microsoft.com/office/drawing/2014/main" id="{9FDD5D76-FCBF-69A0-7D09-9ADD77F81E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6679" y="0"/>
            <a:ext cx="568960" cy="52832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F08C5AC-D34B-C9C4-FB4A-8084D8731FB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6466840" y="-579120"/>
            <a:ext cx="9509760" cy="95402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0AED7C0-5A9D-BEF2-D108-1ABBC0B18454}"/>
              </a:ext>
            </a:extLst>
          </p:cNvPr>
          <p:cNvSpPr/>
          <p:nvPr/>
        </p:nvSpPr>
        <p:spPr>
          <a:xfrm>
            <a:off x="264160" y="528320"/>
            <a:ext cx="11226800" cy="6116320"/>
          </a:xfrm>
          <a:prstGeom prst="rect">
            <a:avLst/>
          </a:prstGeom>
          <a:solidFill>
            <a:srgbClr val="DBD7C8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38A5AB9-C41C-ED01-EE86-77D2FE3EE9F2}"/>
              </a:ext>
            </a:extLst>
          </p:cNvPr>
          <p:cNvSpPr txBox="1"/>
          <p:nvPr/>
        </p:nvSpPr>
        <p:spPr>
          <a:xfrm>
            <a:off x="538480" y="803"/>
            <a:ext cx="75439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Unidade problemática análise:</a:t>
            </a:r>
          </a:p>
        </p:txBody>
      </p:sp>
    </p:spTree>
    <p:extLst>
      <p:ext uri="{BB962C8B-B14F-4D97-AF65-F5344CB8AC3E}">
        <p14:creationId xmlns:p14="http://schemas.microsoft.com/office/powerpoint/2010/main" val="3348403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A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3CB339-B709-3038-E717-63E1099FB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7164CBF1-8278-3337-615B-F82F499E31A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-645160" y="-2395655"/>
            <a:ext cx="13492480" cy="1353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0154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0">
        <p15:prstTrans prst="airplan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2026-09-21T15:16:59Z</dcterms:created>
  <dcterms:modified xsi:type="dcterms:W3CDTF">2026-09-23T22:18:39Z</dcterms:modified>
</cp:coreProperties>
</file>